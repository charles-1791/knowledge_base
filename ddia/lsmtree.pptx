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0D613A-8595-1556-FF86-DEC05928D1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584E219-3FAE-4234-FF0E-7D803A83A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5D7A3E-CFA8-EAF6-4246-433179E89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05936-B870-6E43-9684-09E073A1F05B}" type="datetimeFigureOut">
              <a:rPr kumimoji="1" lang="zh-CN" altLang="en-US" smtClean="0"/>
              <a:t>2025/11/4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9DDD58-89D7-8AC7-3FE5-C0651928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FD67A5-CCA2-6935-9217-41DF72455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C15BF-47EF-614F-873D-660D36CD2E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4397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CF6DA9-4E20-38DE-C6D6-9DE5F8E42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46CFAF-6C71-BC60-81B0-80730F060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E631B5-D6B5-22F6-C710-961043B52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05936-B870-6E43-9684-09E073A1F05B}" type="datetimeFigureOut">
              <a:rPr kumimoji="1" lang="zh-CN" altLang="en-US" smtClean="0"/>
              <a:t>2025/11/4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A29144-C796-E503-97EF-4099D8D61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89D58D-E459-A54E-26C3-19249153A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C15BF-47EF-614F-873D-660D36CD2E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5785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A681A4-8AD8-E9EB-EFDD-2E89F7414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9F93F6-6C00-25BD-4373-CACA4BCCB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42591B-F5F7-8B0E-CA08-02201AFE1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05936-B870-6E43-9684-09E073A1F05B}" type="datetimeFigureOut">
              <a:rPr kumimoji="1" lang="zh-CN" altLang="en-US" smtClean="0"/>
              <a:t>2025/11/4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70B6DA-0C62-A1AC-F100-C58889F9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3D136F-2A60-C92B-80AE-F3F86B8A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C15BF-47EF-614F-873D-660D36CD2E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259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FC61D0-0E33-CF63-0DF1-84844C74B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AC1A40-6CA1-9C31-8DA6-31053DC683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CA1994-3174-F270-3256-D4DD0EB25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CAA534-5F00-BECF-A5C4-87B591016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05936-B870-6E43-9684-09E073A1F05B}" type="datetimeFigureOut">
              <a:rPr kumimoji="1" lang="zh-CN" altLang="en-US" smtClean="0"/>
              <a:t>2025/11/4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2743A4-0B18-1A60-23BC-190EB039C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1E0072-12B5-E653-F0B8-2DE7484C4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C15BF-47EF-614F-873D-660D36CD2E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7025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DB1C2A-5B3C-176F-9F73-D38705656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122D22-B1DC-324E-4D21-DAAAFA5FA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BF75E73-0BF0-94A7-28DF-909B54458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CD3D16B-DF27-7946-AA50-387BFF4A0E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58A4022-7F1B-7F13-2422-E092AD9E8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6B6078E-176A-152C-DA95-548DDFE3B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05936-B870-6E43-9684-09E073A1F05B}" type="datetimeFigureOut">
              <a:rPr kumimoji="1" lang="zh-CN" altLang="en-US" smtClean="0"/>
              <a:t>2025/11/4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C080B7C-3111-F382-8954-EB8B8F99D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DB6FBCD-0FC7-ED35-4EAB-80F12FF2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C15BF-47EF-614F-873D-660D36CD2E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4684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0F5276-8E98-2B82-70C7-C1FBDD584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4E5D78F-3172-3A29-4369-D13E7A68A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05936-B870-6E43-9684-09E073A1F05B}" type="datetimeFigureOut">
              <a:rPr kumimoji="1" lang="zh-CN" altLang="en-US" smtClean="0"/>
              <a:t>2025/11/4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C3076B-9EAD-F737-C1EB-C47A44AEC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5699D9-8B71-624E-6C7C-9CF8866A8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C15BF-47EF-614F-873D-660D36CD2E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456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E2705F3-4312-4D64-1995-DB9E3FCD5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05936-B870-6E43-9684-09E073A1F05B}" type="datetimeFigureOut">
              <a:rPr kumimoji="1" lang="zh-CN" altLang="en-US" smtClean="0"/>
              <a:t>2025/11/4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2716A5-491D-5329-C14D-75E39E13F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2AA51A-67E4-FDA4-E410-E111CC502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C15BF-47EF-614F-873D-660D36CD2E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9075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0D67D-F861-D561-1F9B-9EFDE4B4E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30FFD0-7C68-A701-D6AF-34039E40F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F2F429-D4B0-712F-1333-91AD0248F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00A9F4-FF1C-4C62-8DA7-74C318679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05936-B870-6E43-9684-09E073A1F05B}" type="datetimeFigureOut">
              <a:rPr kumimoji="1" lang="zh-CN" altLang="en-US" smtClean="0"/>
              <a:t>2025/11/4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D6DBF5-4BFE-A0E8-B910-19DA1BFD4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1CB068-5745-7123-04E8-F8A2DE5F3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C15BF-47EF-614F-873D-660D36CD2E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8848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CE399C-1781-7CA3-CCE1-7E6C32916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4D89348-A697-3843-2E62-64CCA8388A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8DE29D-80CD-7E3C-06D5-FFE3D17DB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ED2CE7-263E-D483-244D-83F09418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05936-B870-6E43-9684-09E073A1F05B}" type="datetimeFigureOut">
              <a:rPr kumimoji="1" lang="zh-CN" altLang="en-US" smtClean="0"/>
              <a:t>2025/11/4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F54BC3-233C-0E67-B02B-2501175BE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63AB25-970B-46C5-EA25-9F3C93E30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C15BF-47EF-614F-873D-660D36CD2E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142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417548-6E98-65DA-61BF-8E49AD426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DEFBDB-C6E3-C237-E4D2-57FDB9D2E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573022-2E11-037E-4292-622DD3684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05936-B870-6E43-9684-09E073A1F05B}" type="datetimeFigureOut">
              <a:rPr kumimoji="1" lang="zh-CN" altLang="en-US" smtClean="0"/>
              <a:t>2025/11/4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803DD9-8814-7B40-0AF9-7DACD18CF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7623AE-D99A-FD43-912B-406BE11FC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C15BF-47EF-614F-873D-660D36CD2E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1829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16C3AD8-5662-E88F-6B1D-81888B9536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0F9B05-DADD-05F2-DBF5-F5349D7308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B59C10-2BFB-BF7F-7DB6-1CEF4158B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05936-B870-6E43-9684-09E073A1F05B}" type="datetimeFigureOut">
              <a:rPr kumimoji="1" lang="zh-CN" altLang="en-US" smtClean="0"/>
              <a:t>2025/11/4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7D2421-990B-342D-3870-AC7F4D067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1D8CA8-3BB2-A380-8FA3-2FE400ACB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C15BF-47EF-614F-873D-660D36CD2E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6630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8CFFB37-B3A4-C335-6B76-CA17ADBB8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3DEAAA-25B9-07D8-20EA-9260239D9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067B0C-6CB1-662C-4861-0B9E515045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905936-B870-6E43-9684-09E073A1F05B}" type="datetimeFigureOut">
              <a:rPr kumimoji="1" lang="zh-CN" altLang="en-US" smtClean="0"/>
              <a:t>2025/11/4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A0FC06-7B60-DFE4-E3FF-9743A577B4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5BF7FD-C89C-9FFE-36B3-C7174F448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C15BF-47EF-614F-873D-660D36CD2E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59567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E2B8430C-27F7-9B3C-6AB0-51CC59C48C45}"/>
              </a:ext>
            </a:extLst>
          </p:cNvPr>
          <p:cNvSpPr/>
          <p:nvPr/>
        </p:nvSpPr>
        <p:spPr>
          <a:xfrm>
            <a:off x="2172662" y="1868854"/>
            <a:ext cx="2092695" cy="64553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Times" pitchFamily="2" charset="0"/>
              </a:rPr>
              <a:t>active memtable (mutable)</a:t>
            </a:r>
            <a:endParaRPr kumimoji="1" lang="zh-CN" altLang="en-US" sz="1600" dirty="0">
              <a:latin typeface="Times" pitchFamily="2" charset="0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7DED4DD-29D9-3D2F-6DC4-46EB4C34EAEA}"/>
              </a:ext>
            </a:extLst>
          </p:cNvPr>
          <p:cNvSpPr/>
          <p:nvPr/>
        </p:nvSpPr>
        <p:spPr>
          <a:xfrm>
            <a:off x="2172663" y="3143232"/>
            <a:ext cx="2092695" cy="64553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Times" pitchFamily="2" charset="0"/>
              </a:rPr>
              <a:t>immutable memtable 1</a:t>
            </a:r>
            <a:endParaRPr kumimoji="1" lang="zh-CN" altLang="en-US" sz="1600" dirty="0">
              <a:latin typeface="Times" pitchFamily="2" charset="0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D76CF35-D76F-D033-8712-F60D5D4DB222}"/>
              </a:ext>
            </a:extLst>
          </p:cNvPr>
          <p:cNvSpPr/>
          <p:nvPr/>
        </p:nvSpPr>
        <p:spPr>
          <a:xfrm>
            <a:off x="2172662" y="4161881"/>
            <a:ext cx="2092695" cy="64553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Times" pitchFamily="2" charset="0"/>
              </a:rPr>
              <a:t>immutable memtable 2</a:t>
            </a:r>
            <a:endParaRPr kumimoji="1" lang="zh-CN" altLang="en-US" sz="1600" dirty="0">
              <a:latin typeface="Times" pitchFamily="2" charset="0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6C190B4-89C9-05AE-B1A6-85181E0D3737}"/>
              </a:ext>
            </a:extLst>
          </p:cNvPr>
          <p:cNvSpPr/>
          <p:nvPr/>
        </p:nvSpPr>
        <p:spPr>
          <a:xfrm>
            <a:off x="2172662" y="5180530"/>
            <a:ext cx="2092695" cy="64553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Times" pitchFamily="2" charset="0"/>
              </a:rPr>
              <a:t>immutable memtable 3</a:t>
            </a:r>
            <a:endParaRPr kumimoji="1" lang="zh-CN" altLang="en-US" sz="1600" dirty="0">
              <a:latin typeface="Times" pitchFamily="2" charset="0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CE823024-C5A0-BE4F-E83F-8221E13C5200}"/>
              </a:ext>
            </a:extLst>
          </p:cNvPr>
          <p:cNvSpPr/>
          <p:nvPr/>
        </p:nvSpPr>
        <p:spPr>
          <a:xfrm>
            <a:off x="5953828" y="3143232"/>
            <a:ext cx="1670292" cy="645534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Times" pitchFamily="2" charset="0"/>
              </a:rPr>
              <a:t>SSTable 1</a:t>
            </a:r>
            <a:endParaRPr kumimoji="1" lang="zh-CN" altLang="en-US" sz="1600" dirty="0">
              <a:latin typeface="Times" pitchFamily="2" charset="0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7D324A28-C41D-23C0-173C-A1C0030D8F51}"/>
              </a:ext>
            </a:extLst>
          </p:cNvPr>
          <p:cNvSpPr/>
          <p:nvPr/>
        </p:nvSpPr>
        <p:spPr>
          <a:xfrm>
            <a:off x="5953827" y="4161881"/>
            <a:ext cx="1670292" cy="645534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Times" pitchFamily="2" charset="0"/>
              </a:rPr>
              <a:t>SSTable 2</a:t>
            </a:r>
            <a:endParaRPr kumimoji="1" lang="zh-CN" altLang="en-US" sz="1600" dirty="0">
              <a:latin typeface="Times" pitchFamily="2" charset="0"/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E868B927-9DB4-E160-BB68-9357BEB9C969}"/>
              </a:ext>
            </a:extLst>
          </p:cNvPr>
          <p:cNvSpPr/>
          <p:nvPr/>
        </p:nvSpPr>
        <p:spPr>
          <a:xfrm>
            <a:off x="5953826" y="5180530"/>
            <a:ext cx="1670293" cy="645534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Times" pitchFamily="2" charset="0"/>
              </a:rPr>
              <a:t>SSTable 3</a:t>
            </a:r>
            <a:endParaRPr kumimoji="1" lang="zh-CN" altLang="en-US" sz="1600" dirty="0">
              <a:latin typeface="Times" pitchFamily="2" charset="0"/>
            </a:endParaRP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FE7B90C6-2DAD-55D8-CFBB-8F72D0550126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4265358" y="3465999"/>
            <a:ext cx="16884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2242226F-6B26-11FC-96EE-B22876841637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4265357" y="4484648"/>
            <a:ext cx="16884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8B10C221-0EBC-C1C4-2698-0B1C125EB7D4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4265357" y="5503297"/>
            <a:ext cx="16884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DF6A212C-41D1-B6D3-8A3A-7760AEDF4576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3219010" y="2514388"/>
            <a:ext cx="1" cy="6288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B2A7F3F-BF42-F7AB-68E5-1F56927275F9}"/>
              </a:ext>
            </a:extLst>
          </p:cNvPr>
          <p:cNvSpPr txBox="1"/>
          <p:nvPr/>
        </p:nvSpPr>
        <p:spPr>
          <a:xfrm>
            <a:off x="3219009" y="2629979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Times" pitchFamily="2" charset="0"/>
              </a:rPr>
              <a:t>freeze</a:t>
            </a:r>
            <a:endParaRPr kumimoji="1" lang="zh-CN" altLang="en-US" sz="1400" dirty="0">
              <a:latin typeface="Times" pitchFamily="2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FE019C4-901C-DED4-83CA-2720BA792EBA}"/>
              </a:ext>
            </a:extLst>
          </p:cNvPr>
          <p:cNvSpPr txBox="1"/>
          <p:nvPr/>
        </p:nvSpPr>
        <p:spPr>
          <a:xfrm>
            <a:off x="96868" y="825727"/>
            <a:ext cx="9156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 err="1">
                <a:latin typeface="Times" pitchFamily="2" charset="0"/>
              </a:rPr>
              <a:t>write_op</a:t>
            </a:r>
            <a:endParaRPr kumimoji="1" lang="zh-CN" altLang="en-US" sz="1600" dirty="0">
              <a:latin typeface="Times" pitchFamily="2" charset="0"/>
            </a:endParaRPr>
          </a:p>
        </p:txBody>
      </p:sp>
      <p:sp>
        <p:nvSpPr>
          <p:cNvPr id="29" name="剪去单角的矩形 28">
            <a:extLst>
              <a:ext uri="{FF2B5EF4-FFF2-40B4-BE49-F238E27FC236}">
                <a16:creationId xmlns:a16="http://schemas.microsoft.com/office/drawing/2014/main" id="{395A8539-564E-39D7-D19C-BDF2DD919366}"/>
              </a:ext>
            </a:extLst>
          </p:cNvPr>
          <p:cNvSpPr/>
          <p:nvPr/>
        </p:nvSpPr>
        <p:spPr>
          <a:xfrm>
            <a:off x="4881944" y="564791"/>
            <a:ext cx="689990" cy="860426"/>
          </a:xfrm>
          <a:prstGeom prst="snip1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Times" pitchFamily="2" charset="0"/>
              </a:rPr>
              <a:t>WAL</a:t>
            </a:r>
            <a:endParaRPr kumimoji="1" lang="zh-CN" altLang="en-US" sz="1600" dirty="0">
              <a:latin typeface="Times" pitchFamily="2" charset="0"/>
            </a:endParaRP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1465AD6C-F89C-517C-AAE9-D038A4A05A8A}"/>
              </a:ext>
            </a:extLst>
          </p:cNvPr>
          <p:cNvCxnSpPr>
            <a:cxnSpLocks/>
            <a:stCxn id="22" idx="3"/>
            <a:endCxn id="29" idx="2"/>
          </p:cNvCxnSpPr>
          <p:nvPr/>
        </p:nvCxnSpPr>
        <p:spPr>
          <a:xfrm>
            <a:off x="1012503" y="995004"/>
            <a:ext cx="38694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肘形连接符 36">
            <a:extLst>
              <a:ext uri="{FF2B5EF4-FFF2-40B4-BE49-F238E27FC236}">
                <a16:creationId xmlns:a16="http://schemas.microsoft.com/office/drawing/2014/main" id="{6E917DC5-739F-B50C-2FC7-EE14EF1CC629}"/>
              </a:ext>
            </a:extLst>
          </p:cNvPr>
          <p:cNvCxnSpPr>
            <a:stCxn id="22" idx="2"/>
            <a:endCxn id="4" idx="1"/>
          </p:cNvCxnSpPr>
          <p:nvPr/>
        </p:nvCxnSpPr>
        <p:spPr>
          <a:xfrm rot="16200000" flipH="1">
            <a:off x="850004" y="868963"/>
            <a:ext cx="1027340" cy="161797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225C48B9-DB50-11A5-08D8-FE6CD5A585E8}"/>
              </a:ext>
            </a:extLst>
          </p:cNvPr>
          <p:cNvSpPr txBox="1"/>
          <p:nvPr/>
        </p:nvSpPr>
        <p:spPr>
          <a:xfrm>
            <a:off x="1433002" y="687227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Times" pitchFamily="2" charset="0"/>
              </a:rPr>
              <a:t>1</a:t>
            </a:r>
            <a:endParaRPr kumimoji="1" lang="zh-CN" altLang="en-US" sz="1400" dirty="0">
              <a:latin typeface="Times" pitchFamily="2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509F241-4723-BC3E-F569-35B3477A8777}"/>
              </a:ext>
            </a:extLst>
          </p:cNvPr>
          <p:cNvSpPr txBox="1"/>
          <p:nvPr/>
        </p:nvSpPr>
        <p:spPr>
          <a:xfrm>
            <a:off x="1433002" y="1868932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Times" pitchFamily="2" charset="0"/>
              </a:rPr>
              <a:t>2</a:t>
            </a:r>
            <a:endParaRPr kumimoji="1" lang="zh-CN" altLang="en-US" sz="1400" dirty="0">
              <a:latin typeface="Times" pitchFamily="2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E9CA668-AD69-568E-E5FB-06EB9A90E2C6}"/>
              </a:ext>
            </a:extLst>
          </p:cNvPr>
          <p:cNvSpPr/>
          <p:nvPr/>
        </p:nvSpPr>
        <p:spPr>
          <a:xfrm>
            <a:off x="1837990" y="296563"/>
            <a:ext cx="2857577" cy="58200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CCD612D-D0D4-5BBB-6F4F-D22035082EFC}"/>
              </a:ext>
            </a:extLst>
          </p:cNvPr>
          <p:cNvSpPr txBox="1"/>
          <p:nvPr/>
        </p:nvSpPr>
        <p:spPr>
          <a:xfrm>
            <a:off x="2574283" y="6199179"/>
            <a:ext cx="1473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Times" pitchFamily="2" charset="0"/>
              </a:rPr>
              <a:t>main memory</a:t>
            </a:r>
            <a:endParaRPr kumimoji="1" lang="zh-CN" altLang="en-US" dirty="0">
              <a:latin typeface="Times" pitchFamily="2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9A13C0A-17F1-C5CF-C408-AE3DAD0F51AA}"/>
              </a:ext>
            </a:extLst>
          </p:cNvPr>
          <p:cNvSpPr/>
          <p:nvPr/>
        </p:nvSpPr>
        <p:spPr>
          <a:xfrm>
            <a:off x="5634680" y="296563"/>
            <a:ext cx="5745890" cy="58200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F84F98D-A41D-342F-E82D-6247DBB8E741}"/>
              </a:ext>
            </a:extLst>
          </p:cNvPr>
          <p:cNvSpPr txBox="1"/>
          <p:nvPr/>
        </p:nvSpPr>
        <p:spPr>
          <a:xfrm>
            <a:off x="7426379" y="6214870"/>
            <a:ext cx="12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Times" pitchFamily="2" charset="0"/>
              </a:rPr>
              <a:t>disk storage</a:t>
            </a:r>
            <a:endParaRPr kumimoji="1" lang="zh-CN" altLang="en-US" dirty="0">
              <a:latin typeface="Times" pitchFamily="2" charset="0"/>
            </a:endParaRPr>
          </a:p>
        </p:txBody>
      </p: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FFA43549-BBED-77E9-C286-1ED8BB3D491A}"/>
              </a:ext>
            </a:extLst>
          </p:cNvPr>
          <p:cNvCxnSpPr>
            <a:cxnSpLocks/>
          </p:cNvCxnSpPr>
          <p:nvPr/>
        </p:nvCxnSpPr>
        <p:spPr>
          <a:xfrm>
            <a:off x="7957751" y="296563"/>
            <a:ext cx="0" cy="582003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58E2FB62-8B8A-48E9-0805-6798636C7AF5}"/>
              </a:ext>
            </a:extLst>
          </p:cNvPr>
          <p:cNvSpPr txBox="1"/>
          <p:nvPr/>
        </p:nvSpPr>
        <p:spPr>
          <a:xfrm>
            <a:off x="6207777" y="394839"/>
            <a:ext cx="12186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dirty="0">
                <a:latin typeface="Times" pitchFamily="2" charset="0"/>
              </a:rPr>
              <a:t>L0</a:t>
            </a:r>
          </a:p>
          <a:p>
            <a:pPr algn="ctr"/>
            <a:r>
              <a:rPr kumimoji="1" lang="en-US" altLang="zh-CN" sz="1600" dirty="0">
                <a:latin typeface="Times" pitchFamily="2" charset="0"/>
              </a:rPr>
              <a:t>overlapping </a:t>
            </a:r>
          </a:p>
          <a:p>
            <a:pPr algn="ctr"/>
            <a:r>
              <a:rPr kumimoji="1" lang="en-US" altLang="zh-CN" sz="1600" dirty="0">
                <a:latin typeface="Times" pitchFamily="2" charset="0"/>
              </a:rPr>
              <a:t>SS Table</a:t>
            </a:r>
            <a:endParaRPr kumimoji="1" lang="zh-CN" altLang="en-US" sz="1600" dirty="0">
              <a:latin typeface="Times" pitchFamily="2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ED47E2C-0F5B-AD67-4C5E-A0C37C32CDA5}"/>
              </a:ext>
            </a:extLst>
          </p:cNvPr>
          <p:cNvSpPr txBox="1"/>
          <p:nvPr/>
        </p:nvSpPr>
        <p:spPr>
          <a:xfrm>
            <a:off x="8210366" y="394838"/>
            <a:ext cx="15953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dirty="0">
                <a:latin typeface="Times" pitchFamily="2" charset="0"/>
              </a:rPr>
              <a:t>L1</a:t>
            </a:r>
          </a:p>
          <a:p>
            <a:pPr algn="ctr"/>
            <a:r>
              <a:rPr kumimoji="1" lang="en-US" altLang="zh-CN" sz="1600" dirty="0">
                <a:latin typeface="Times" pitchFamily="2" charset="0"/>
              </a:rPr>
              <a:t>non-overlapping </a:t>
            </a:r>
          </a:p>
          <a:p>
            <a:pPr algn="ctr"/>
            <a:r>
              <a:rPr kumimoji="1" lang="en-US" altLang="zh-CN" sz="1600" dirty="0">
                <a:latin typeface="Times" pitchFamily="2" charset="0"/>
              </a:rPr>
              <a:t>SS Table</a:t>
            </a:r>
            <a:endParaRPr kumimoji="1" lang="zh-CN" altLang="en-US" sz="1600" dirty="0">
              <a:latin typeface="Times" pitchFamily="2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F7EB6B5-4489-B038-D0A3-FF49582FDF52}"/>
              </a:ext>
            </a:extLst>
          </p:cNvPr>
          <p:cNvSpPr txBox="1"/>
          <p:nvPr/>
        </p:nvSpPr>
        <p:spPr>
          <a:xfrm>
            <a:off x="10601328" y="2943186"/>
            <a:ext cx="3385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dirty="0">
                <a:latin typeface="Times" pitchFamily="2" charset="0"/>
              </a:rPr>
              <a:t>...</a:t>
            </a:r>
            <a:endParaRPr kumimoji="1" lang="zh-CN" altLang="en-US" sz="1600" dirty="0">
              <a:latin typeface="Times" pitchFamily="2" charset="0"/>
            </a:endParaRPr>
          </a:p>
        </p:txBody>
      </p: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F9F961C9-F032-96EA-71C7-29AB1304E547}"/>
              </a:ext>
            </a:extLst>
          </p:cNvPr>
          <p:cNvCxnSpPr>
            <a:cxnSpLocks/>
          </p:cNvCxnSpPr>
          <p:nvPr/>
        </p:nvCxnSpPr>
        <p:spPr>
          <a:xfrm>
            <a:off x="10210799" y="296563"/>
            <a:ext cx="0" cy="5820032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23EFB655-13BB-971E-43C6-241629C26498}"/>
              </a:ext>
            </a:extLst>
          </p:cNvPr>
          <p:cNvSpPr/>
          <p:nvPr/>
        </p:nvSpPr>
        <p:spPr>
          <a:xfrm>
            <a:off x="8291383" y="5180530"/>
            <a:ext cx="1670293" cy="645534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Times" pitchFamily="2" charset="0"/>
              </a:rPr>
              <a:t>SSTable X</a:t>
            </a:r>
            <a:endParaRPr kumimoji="1" lang="zh-CN" altLang="en-US" sz="1600" dirty="0">
              <a:latin typeface="Times" pitchFamily="2" charset="0"/>
            </a:endParaRPr>
          </a:p>
        </p:txBody>
      </p:sp>
      <p:sp>
        <p:nvSpPr>
          <p:cNvPr id="58" name="圆角矩形 57">
            <a:extLst>
              <a:ext uri="{FF2B5EF4-FFF2-40B4-BE49-F238E27FC236}">
                <a16:creationId xmlns:a16="http://schemas.microsoft.com/office/drawing/2014/main" id="{8D47A065-82E6-E9AD-78C7-74D1C0E45320}"/>
              </a:ext>
            </a:extLst>
          </p:cNvPr>
          <p:cNvSpPr/>
          <p:nvPr/>
        </p:nvSpPr>
        <p:spPr>
          <a:xfrm>
            <a:off x="8276897" y="3516347"/>
            <a:ext cx="1670293" cy="645534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Times" pitchFamily="2" charset="0"/>
              </a:rPr>
              <a:t>SSTable Y</a:t>
            </a:r>
            <a:endParaRPr kumimoji="1" lang="zh-CN" altLang="en-US" sz="1600" dirty="0">
              <a:latin typeface="Times" pitchFamily="2" charset="0"/>
            </a:endParaRP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58558913-0FD1-5855-2A8A-0EA541EFE032}"/>
              </a:ext>
            </a:extLst>
          </p:cNvPr>
          <p:cNvSpPr/>
          <p:nvPr/>
        </p:nvSpPr>
        <p:spPr>
          <a:xfrm>
            <a:off x="8285905" y="1852164"/>
            <a:ext cx="1670293" cy="645534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Times" pitchFamily="2" charset="0"/>
              </a:rPr>
              <a:t>SSTable Z</a:t>
            </a:r>
            <a:endParaRPr kumimoji="1" lang="zh-CN" altLang="en-US" sz="1600" dirty="0">
              <a:latin typeface="Times" pitchFamily="2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99FD521A-88D4-AF13-7F27-67979FF90082}"/>
              </a:ext>
            </a:extLst>
          </p:cNvPr>
          <p:cNvSpPr txBox="1"/>
          <p:nvPr/>
        </p:nvSpPr>
        <p:spPr>
          <a:xfrm>
            <a:off x="4850278" y="317519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Times" pitchFamily="2" charset="0"/>
              </a:rPr>
              <a:t>flush</a:t>
            </a:r>
            <a:endParaRPr kumimoji="1" lang="zh-CN" altLang="en-US" sz="1400" dirty="0">
              <a:latin typeface="Times" pitchFamily="2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23A18C3-F221-8224-20BA-C24C4C3A2B47}"/>
              </a:ext>
            </a:extLst>
          </p:cNvPr>
          <p:cNvSpPr txBox="1"/>
          <p:nvPr/>
        </p:nvSpPr>
        <p:spPr>
          <a:xfrm>
            <a:off x="4844110" y="418749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Times" pitchFamily="2" charset="0"/>
              </a:rPr>
              <a:t>flush</a:t>
            </a:r>
            <a:endParaRPr kumimoji="1" lang="zh-CN" altLang="en-US" sz="1400" dirty="0">
              <a:latin typeface="Times" pitchFamily="2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D3FCDDF-A5C1-4A95-6F2B-11EB63DC22E0}"/>
              </a:ext>
            </a:extLst>
          </p:cNvPr>
          <p:cNvSpPr txBox="1"/>
          <p:nvPr/>
        </p:nvSpPr>
        <p:spPr>
          <a:xfrm>
            <a:off x="4873092" y="5214499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Times" pitchFamily="2" charset="0"/>
              </a:rPr>
              <a:t>flush</a:t>
            </a:r>
            <a:endParaRPr kumimoji="1" lang="zh-CN" altLang="en-US" sz="1400" dirty="0">
              <a:latin typeface="Times" pitchFamily="2" charset="0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E8F96F4B-CFBD-0A0E-9B09-974E35AB250F}"/>
              </a:ext>
            </a:extLst>
          </p:cNvPr>
          <p:cNvSpPr/>
          <p:nvPr/>
        </p:nvSpPr>
        <p:spPr>
          <a:xfrm>
            <a:off x="4784057" y="296563"/>
            <a:ext cx="6596513" cy="582003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76411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3727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1592</TotalTime>
  <Words>49</Words>
  <Application>Microsoft Macintosh PowerPoint</Application>
  <PresentationFormat>宽屏</PresentationFormat>
  <Paragraphs>27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Times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w093882</dc:creator>
  <cp:lastModifiedBy>w093882</cp:lastModifiedBy>
  <cp:revision>1</cp:revision>
  <dcterms:created xsi:type="dcterms:W3CDTF">2025-11-04T01:47:17Z</dcterms:created>
  <dcterms:modified xsi:type="dcterms:W3CDTF">2025-11-05T04:20:07Z</dcterms:modified>
</cp:coreProperties>
</file>