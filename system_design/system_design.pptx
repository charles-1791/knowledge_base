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3"/>
    <p:restoredTop sz="94683"/>
  </p:normalViewPr>
  <p:slideViewPr>
    <p:cSldViewPr snapToGrid="0">
      <p:cViewPr>
        <p:scale>
          <a:sx n="143" d="100"/>
          <a:sy n="143" d="100"/>
        </p:scale>
        <p:origin x="-7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CAB09-1C8E-112E-0506-605BA7347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7980FE-A20D-F145-4202-6421BADEC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A7F73A-1563-48C4-4A5E-DFE2D0A3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D4092-7E25-1B60-44F8-40A1299C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87A67C-5333-F5BD-415A-3E861F57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820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A6007-2C5D-24B3-C2AD-04E67DD0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9F41D-FC29-BC88-B12C-00AB94CD4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247D53-D481-57E8-40D7-DFF735CD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E98EDA-BC8B-9DE7-B668-35743BEE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05B1A5-9ADD-7474-4B87-A8813EE2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1558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12C64-8BEA-7557-CA2E-A681CD7D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B5DF08-8E69-8F5A-31B6-8A740A201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B4353-0C98-EC42-340C-E7357AF1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FCCB28-CCB4-4C7F-85C2-E1663FCC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E0E79A-0012-222C-28D6-B406828A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36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45802-118C-1E0B-AF3C-72A2657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EF160-5BF6-F0CD-5937-23017F77D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23C14A-03B7-01A0-72F6-4E02FF57E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B3A076-0F35-387C-8B15-9386AE0F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EB3931-92B1-561C-6F00-E9B7907FD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BDED6-5303-0FA5-F968-445C7A4F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448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02BE5-8B0B-F9F0-DCBE-DE4DFD16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7CDF1F-A274-8F71-2694-BEB47C832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556BD-91CE-8BFC-E575-7D08ED2B7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D2E762-94A2-01D4-21C6-4D960A5CE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E42F9D-CC16-EE09-A903-373C8BDD5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CA0E7F-B65F-1632-4A9A-9A07985F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8814B7-8076-8C8F-BF51-4CBF4E4B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57491F0-9530-5422-FD8A-49C8A6DA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793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0DDEC-AE6D-8C22-3FB3-DC94BBD1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1B433B-E5FC-0602-C1B3-4CBC519A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EC77FD-9C05-8B3C-F040-660D56A2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4F8782-C4E6-7EE2-58F1-8DDA808A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87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DF1530-FA74-D3D9-317B-7B27197F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3F3354-E8CB-0453-312D-EE77BC97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9BF663-2C18-C204-09C2-BC374BD5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939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16938-3946-80D7-09BB-FF378373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5AD25C-A364-6559-B611-16DD142AB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EF6399-9498-64F7-198B-F6CC8FB77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8C047A-702F-4028-721D-03BB66B1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9832EC-97A3-D2A0-F804-BE67F8A4F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8E394-09EA-F768-69A7-49B458A2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592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DB655-B9FD-049A-0012-8BC86B21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74D0A8-4579-71D4-A4F8-63FE83A65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06E497-CFF8-045D-E0A9-6916D0C7B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44A796-A083-18B8-2EDE-B01D14CF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A530A8-86B5-5F33-5DEA-29ADFCB9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407F1-FB87-7BD8-1CBC-78C73FB4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941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C487E-1139-A6E7-08AE-4928C07A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BB4EA8-A10A-E363-6D51-59ED1FCC3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2BE83-CECA-945B-5457-7BEEDE76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904126-DF7C-8384-26A1-DA768776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68572E-52EE-7CE7-1EDF-17D65C49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33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BBBCF7-E037-8126-6D7C-6E1A2465B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59CFCE-CF33-F6C8-4686-96481B562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8F8AC8-085A-AD3F-5CCF-CAFD93B3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1053C9-C38F-DE59-C636-704603DC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3CFC95-C01B-2DEF-A94D-8C5B53F6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752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4FF8EF-FDFC-1427-982D-A445514C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010C57-CB7F-0884-D757-9D340776C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ECBC9-413E-D2B3-7A2A-B99E8E055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8961F-C357-3144-AA7F-DCDE3F337150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093B8C-1428-8356-E110-29192767D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581C6D-937F-6C2A-960D-F4E93F75A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06841-6B73-3A4B-B81C-6D82C599F4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745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439414F8-FB9A-A1C5-DD9D-FCD75EC6DB20}"/>
              </a:ext>
            </a:extLst>
          </p:cNvPr>
          <p:cNvSpPr/>
          <p:nvPr/>
        </p:nvSpPr>
        <p:spPr>
          <a:xfrm>
            <a:off x="4677104" y="488731"/>
            <a:ext cx="1030014" cy="49398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C25F4B4-8D93-3FA6-9F60-D57C973222D1}"/>
              </a:ext>
            </a:extLst>
          </p:cNvPr>
          <p:cNvSpPr/>
          <p:nvPr/>
        </p:nvSpPr>
        <p:spPr>
          <a:xfrm>
            <a:off x="4035973" y="1849821"/>
            <a:ext cx="2312275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load balancer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157E61E-A48C-14F6-44EE-DE6B9BF15821}"/>
              </a:ext>
            </a:extLst>
          </p:cNvPr>
          <p:cNvSpPr/>
          <p:nvPr/>
        </p:nvSpPr>
        <p:spPr>
          <a:xfrm>
            <a:off x="6836980" y="430924"/>
            <a:ext cx="2312275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DNS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90699BA-C9E9-A95B-8520-2D8AD583CA5F}"/>
              </a:ext>
            </a:extLst>
          </p:cNvPr>
          <p:cNvCxnSpPr>
            <a:cxnSpLocks/>
          </p:cNvCxnSpPr>
          <p:nvPr/>
        </p:nvCxnSpPr>
        <p:spPr>
          <a:xfrm>
            <a:off x="5707118" y="620110"/>
            <a:ext cx="1129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601D463C-758F-B1BD-9C9C-58A40E19AAE5}"/>
              </a:ext>
            </a:extLst>
          </p:cNvPr>
          <p:cNvCxnSpPr/>
          <p:nvPr/>
        </p:nvCxnSpPr>
        <p:spPr>
          <a:xfrm flipH="1">
            <a:off x="5707118" y="851338"/>
            <a:ext cx="1129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FDD06A7-99B1-EDF4-BC9D-6EE5F350BF4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192111" y="982717"/>
            <a:ext cx="0" cy="867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EE5D521-B557-2E3C-F297-C4F63A7B0439}"/>
              </a:ext>
            </a:extLst>
          </p:cNvPr>
          <p:cNvSpPr txBox="1"/>
          <p:nvPr/>
        </p:nvSpPr>
        <p:spPr>
          <a:xfrm>
            <a:off x="5949280" y="370885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web</a:t>
            </a:r>
            <a:endParaRPr kumimoji="1"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83DA5D5-5B7C-0B4E-AB0C-46A67438ABDE}"/>
              </a:ext>
            </a:extLst>
          </p:cNvPr>
          <p:cNvSpPr txBox="1"/>
          <p:nvPr/>
        </p:nvSpPr>
        <p:spPr>
          <a:xfrm>
            <a:off x="5972928" y="796582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ip</a:t>
            </a:r>
            <a:endParaRPr kumimoji="1"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32F1EF-9AA3-BEAF-772E-B1374FCACD8C}"/>
              </a:ext>
            </a:extLst>
          </p:cNvPr>
          <p:cNvSpPr txBox="1"/>
          <p:nvPr/>
        </p:nvSpPr>
        <p:spPr>
          <a:xfrm flipH="1">
            <a:off x="5192110" y="1231603"/>
            <a:ext cx="438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ip</a:t>
            </a:r>
            <a:endParaRPr kumimoji="1" lang="zh-CN" altLang="en-US" dirty="0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2B135B6-7A58-EF48-8D3A-4896ABDBDF3E}"/>
              </a:ext>
            </a:extLst>
          </p:cNvPr>
          <p:cNvSpPr/>
          <p:nvPr/>
        </p:nvSpPr>
        <p:spPr>
          <a:xfrm>
            <a:off x="2779988" y="3124200"/>
            <a:ext cx="1140372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server1</a:t>
            </a:r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9086359-482C-5323-0FA3-DC9BE25252BE}"/>
              </a:ext>
            </a:extLst>
          </p:cNvPr>
          <p:cNvSpPr/>
          <p:nvPr/>
        </p:nvSpPr>
        <p:spPr>
          <a:xfrm>
            <a:off x="4621924" y="3124200"/>
            <a:ext cx="1140372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server2</a:t>
            </a:r>
            <a:endParaRPr kumimoji="1" lang="zh-CN" altLang="en-US" dirty="0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84D5C812-07B5-F99C-A03A-A3FA73C5554B}"/>
              </a:ext>
            </a:extLst>
          </p:cNvPr>
          <p:cNvSpPr/>
          <p:nvPr/>
        </p:nvSpPr>
        <p:spPr>
          <a:xfrm>
            <a:off x="6463860" y="3124200"/>
            <a:ext cx="1140372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server3</a:t>
            </a:r>
            <a:endParaRPr kumimoji="1" lang="zh-CN" altLang="en-US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99261B2C-1C8D-978B-8F75-893AE26C5D0F}"/>
              </a:ext>
            </a:extLst>
          </p:cNvPr>
          <p:cNvCxnSpPr>
            <a:stCxn id="5" idx="2"/>
            <a:endCxn id="19" idx="0"/>
          </p:cNvCxnSpPr>
          <p:nvPr/>
        </p:nvCxnSpPr>
        <p:spPr>
          <a:xfrm flipH="1">
            <a:off x="3350174" y="2459421"/>
            <a:ext cx="1841937" cy="66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BB0A9E5F-FDA5-933A-78D3-7B7B573D1F2D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flipH="1">
            <a:off x="5192110" y="2459421"/>
            <a:ext cx="1" cy="66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1C83140F-D4F6-294D-593A-EAE2171E239A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>
            <a:off x="5192111" y="2459421"/>
            <a:ext cx="1841935" cy="66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164B4A4-B081-50A7-9CB4-D917B3B3926D}"/>
              </a:ext>
            </a:extLst>
          </p:cNvPr>
          <p:cNvSpPr/>
          <p:nvPr/>
        </p:nvSpPr>
        <p:spPr>
          <a:xfrm>
            <a:off x="2800256" y="5013986"/>
            <a:ext cx="1259929" cy="5144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DB_master</a:t>
            </a:r>
            <a:endParaRPr kumimoji="1" lang="zh-CN" altLang="en-US" sz="1400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45A5185-B319-DE2F-DF63-D3A07F0AA0D0}"/>
              </a:ext>
            </a:extLst>
          </p:cNvPr>
          <p:cNvSpPr/>
          <p:nvPr/>
        </p:nvSpPr>
        <p:spPr>
          <a:xfrm>
            <a:off x="1892337" y="5785670"/>
            <a:ext cx="1298779" cy="51445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DB_replica1</a:t>
            </a:r>
            <a:endParaRPr kumimoji="1" lang="zh-CN" altLang="en-US" sz="1400" dirty="0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76D94076-2D4B-EE2F-EE10-D22551ED23EA}"/>
              </a:ext>
            </a:extLst>
          </p:cNvPr>
          <p:cNvSpPr/>
          <p:nvPr/>
        </p:nvSpPr>
        <p:spPr>
          <a:xfrm>
            <a:off x="3550620" y="5785671"/>
            <a:ext cx="1298780" cy="5085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DB_replica2</a:t>
            </a:r>
            <a:endParaRPr kumimoji="1" lang="zh-CN" altLang="en-US" sz="1400" dirty="0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F4FDB591-04C8-B043-1875-3D6A4AF12DF2}"/>
              </a:ext>
            </a:extLst>
          </p:cNvPr>
          <p:cNvSpPr/>
          <p:nvPr/>
        </p:nvSpPr>
        <p:spPr>
          <a:xfrm>
            <a:off x="8290118" y="4304643"/>
            <a:ext cx="136703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Memcache</a:t>
            </a:r>
            <a:endParaRPr kumimoji="1" lang="zh-CN" altLang="en-US" dirty="0"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033DD49D-DF71-BDF9-D4B2-E2B0C77EC118}"/>
              </a:ext>
            </a:extLst>
          </p:cNvPr>
          <p:cNvSpPr/>
          <p:nvPr/>
        </p:nvSpPr>
        <p:spPr>
          <a:xfrm>
            <a:off x="2086471" y="430924"/>
            <a:ext cx="1218862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CDN</a:t>
            </a:r>
            <a:endParaRPr kumimoji="1" lang="zh-CN" altLang="en-US" dirty="0"/>
          </a:p>
        </p:txBody>
      </p: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62436A85-DA24-3F14-34AF-E0C4B3E2BB99}"/>
              </a:ext>
            </a:extLst>
          </p:cNvPr>
          <p:cNvCxnSpPr>
            <a:cxnSpLocks/>
            <a:stCxn id="4" idx="1"/>
            <a:endCxn id="55" idx="3"/>
          </p:cNvCxnSpPr>
          <p:nvPr/>
        </p:nvCxnSpPr>
        <p:spPr>
          <a:xfrm flipH="1">
            <a:off x="3305333" y="735724"/>
            <a:ext cx="13717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891C8BFB-2E0D-A5E7-C96C-D3E01D5679BF}"/>
              </a:ext>
            </a:extLst>
          </p:cNvPr>
          <p:cNvSpPr txBox="1"/>
          <p:nvPr/>
        </p:nvSpPr>
        <p:spPr>
          <a:xfrm>
            <a:off x="3433659" y="486420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http_request</a:t>
            </a:r>
            <a:endParaRPr kumimoji="1" lang="zh-CN" altLang="en-US" sz="1200" dirty="0"/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E3F576A1-7EE2-3278-E64C-B7BF1C701D71}"/>
              </a:ext>
            </a:extLst>
          </p:cNvPr>
          <p:cNvCxnSpPr>
            <a:cxnSpLocks/>
            <a:stCxn id="55" idx="2"/>
            <a:endCxn id="5" idx="0"/>
          </p:cNvCxnSpPr>
          <p:nvPr/>
        </p:nvCxnSpPr>
        <p:spPr>
          <a:xfrm>
            <a:off x="2695902" y="1040524"/>
            <a:ext cx="2496209" cy="809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03D62469-01A2-6AA2-C5A0-B0A04004BE0E}"/>
              </a:ext>
            </a:extLst>
          </p:cNvPr>
          <p:cNvCxnSpPr>
            <a:cxnSpLocks/>
            <a:stCxn id="21" idx="2"/>
            <a:endCxn id="52" idx="1"/>
          </p:cNvCxnSpPr>
          <p:nvPr/>
        </p:nvCxnSpPr>
        <p:spPr>
          <a:xfrm>
            <a:off x="7034046" y="3733800"/>
            <a:ext cx="1256072" cy="87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839B7627-9C30-2A4E-122F-FACEAE864665}"/>
              </a:ext>
            </a:extLst>
          </p:cNvPr>
          <p:cNvCxnSpPr>
            <a:cxnSpLocks/>
            <a:stCxn id="21" idx="2"/>
            <a:endCxn id="32" idx="0"/>
          </p:cNvCxnSpPr>
          <p:nvPr/>
        </p:nvCxnSpPr>
        <p:spPr>
          <a:xfrm flipH="1">
            <a:off x="4200010" y="3733800"/>
            <a:ext cx="2834036" cy="2051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C9E2CAB3-55D1-C4FF-4728-D454F28BDBFD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flipH="1">
            <a:off x="2541727" y="3733800"/>
            <a:ext cx="4492319" cy="2051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CEF55CFD-8B26-AC26-D981-E05B9266528E}"/>
              </a:ext>
            </a:extLst>
          </p:cNvPr>
          <p:cNvCxnSpPr>
            <a:cxnSpLocks/>
            <a:stCxn id="21" idx="2"/>
            <a:endCxn id="30" idx="0"/>
          </p:cNvCxnSpPr>
          <p:nvPr/>
        </p:nvCxnSpPr>
        <p:spPr>
          <a:xfrm flipH="1">
            <a:off x="3430221" y="3733800"/>
            <a:ext cx="3603825" cy="1280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8C0860FE-94E5-2653-2212-C7C360430D94}"/>
              </a:ext>
            </a:extLst>
          </p:cNvPr>
          <p:cNvSpPr txBox="1"/>
          <p:nvPr/>
        </p:nvSpPr>
        <p:spPr>
          <a:xfrm>
            <a:off x="6001032" y="4681808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94B00D8-CB24-752B-C36F-51DE3F124333}"/>
              </a:ext>
            </a:extLst>
          </p:cNvPr>
          <p:cNvSpPr txBox="1"/>
          <p:nvPr/>
        </p:nvSpPr>
        <p:spPr>
          <a:xfrm>
            <a:off x="7486553" y="4681808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7D86633-DE3F-806D-2C61-7EE537C0F0AA}"/>
              </a:ext>
            </a:extLst>
          </p:cNvPr>
          <p:cNvSpPr txBox="1"/>
          <p:nvPr/>
        </p:nvSpPr>
        <p:spPr>
          <a:xfrm>
            <a:off x="4386191" y="4681807"/>
            <a:ext cx="506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write</a:t>
            </a:r>
            <a:endParaRPr kumimoji="1" lang="zh-CN" altLang="en-US" sz="1200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ADBFB59-F418-13F2-F789-52B45336C968}"/>
              </a:ext>
            </a:extLst>
          </p:cNvPr>
          <p:cNvSpPr txBox="1"/>
          <p:nvPr/>
        </p:nvSpPr>
        <p:spPr>
          <a:xfrm>
            <a:off x="7747216" y="3961510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read</a:t>
            </a:r>
            <a:endParaRPr kumimoji="1" lang="zh-CN" altLang="en-US" sz="12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3F7FEAD-504F-D857-8C15-93855C628BE9}"/>
              </a:ext>
            </a:extLst>
          </p:cNvPr>
          <p:cNvSpPr/>
          <p:nvPr/>
        </p:nvSpPr>
        <p:spPr>
          <a:xfrm>
            <a:off x="1756393" y="4933843"/>
            <a:ext cx="3334505" cy="16668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F98436B-49F7-8E32-AF88-36B326721228}"/>
              </a:ext>
            </a:extLst>
          </p:cNvPr>
          <p:cNvSpPr txBox="1"/>
          <p:nvPr/>
        </p:nvSpPr>
        <p:spPr>
          <a:xfrm>
            <a:off x="3001722" y="4629044"/>
            <a:ext cx="705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shard1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7840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CD3D936E-E0E6-DB6F-1846-68C813717054}"/>
              </a:ext>
            </a:extLst>
          </p:cNvPr>
          <p:cNvSpPr/>
          <p:nvPr/>
        </p:nvSpPr>
        <p:spPr>
          <a:xfrm>
            <a:off x="3316013" y="1558158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redis</a:t>
            </a:r>
            <a:r>
              <a:rPr kumimoji="1" lang="en-US" altLang="zh-CN" sz="1400" dirty="0"/>
              <a:t> load balancer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028718E-FC44-8CA0-C1E7-56B2A02F0C7D}"/>
              </a:ext>
            </a:extLst>
          </p:cNvPr>
          <p:cNvSpPr/>
          <p:nvPr/>
        </p:nvSpPr>
        <p:spPr>
          <a:xfrm>
            <a:off x="662151" y="2827282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redis</a:t>
            </a:r>
            <a:r>
              <a:rPr kumimoji="1" lang="en-US" altLang="zh-CN" sz="1400" dirty="0"/>
              <a:t> 1</a:t>
            </a:r>
            <a:endParaRPr kumimoji="1" lang="zh-CN" altLang="en-US" sz="14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7EEF655-C418-25BD-931B-26CD74D1C1B8}"/>
              </a:ext>
            </a:extLst>
          </p:cNvPr>
          <p:cNvSpPr/>
          <p:nvPr/>
        </p:nvSpPr>
        <p:spPr>
          <a:xfrm>
            <a:off x="3305503" y="2827282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redis</a:t>
            </a:r>
            <a:r>
              <a:rPr kumimoji="1" lang="en-US" altLang="zh-CN" sz="1400" dirty="0"/>
              <a:t> 2</a:t>
            </a:r>
            <a:endParaRPr kumimoji="1" lang="zh-CN" altLang="en-US" sz="1400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2286F20-CD23-07EA-E1B7-1574AE759A8D}"/>
              </a:ext>
            </a:extLst>
          </p:cNvPr>
          <p:cNvSpPr/>
          <p:nvPr/>
        </p:nvSpPr>
        <p:spPr>
          <a:xfrm>
            <a:off x="5948855" y="2827282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redis</a:t>
            </a:r>
            <a:r>
              <a:rPr kumimoji="1" lang="en-US" altLang="zh-CN" sz="1400" dirty="0"/>
              <a:t> 3</a:t>
            </a:r>
            <a:endParaRPr kumimoji="1" lang="zh-CN" altLang="en-US" sz="1400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6A4F7D7-72A9-1D50-7053-3698D37344F2}"/>
              </a:ext>
            </a:extLst>
          </p:cNvPr>
          <p:cNvSpPr/>
          <p:nvPr/>
        </p:nvSpPr>
        <p:spPr>
          <a:xfrm>
            <a:off x="3305503" y="4096406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server load balancer </a:t>
            </a:r>
            <a:endParaRPr kumimoji="1" lang="zh-CN" altLang="en-US" sz="1400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C382675-64AC-80CE-B5FA-88BFC5F7CBAB}"/>
              </a:ext>
            </a:extLst>
          </p:cNvPr>
          <p:cNvSpPr/>
          <p:nvPr/>
        </p:nvSpPr>
        <p:spPr>
          <a:xfrm>
            <a:off x="662151" y="5365530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server 1</a:t>
            </a:r>
            <a:endParaRPr kumimoji="1" lang="zh-CN" altLang="en-US" sz="1400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8D933A2-30EC-4DE6-D5E9-B5F5992AF53B}"/>
              </a:ext>
            </a:extLst>
          </p:cNvPr>
          <p:cNvSpPr/>
          <p:nvPr/>
        </p:nvSpPr>
        <p:spPr>
          <a:xfrm>
            <a:off x="3305503" y="5365530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server 2</a:t>
            </a:r>
            <a:endParaRPr kumimoji="1" lang="zh-CN" altLang="en-US" sz="1400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1B98216-AFCC-AB37-0B91-D64EC89299FF}"/>
              </a:ext>
            </a:extLst>
          </p:cNvPr>
          <p:cNvSpPr/>
          <p:nvPr/>
        </p:nvSpPr>
        <p:spPr>
          <a:xfrm>
            <a:off x="5948855" y="5365530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server 3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DB116E-617D-4537-064C-AB3E566B117C}"/>
              </a:ext>
            </a:extLst>
          </p:cNvPr>
          <p:cNvSpPr/>
          <p:nvPr/>
        </p:nvSpPr>
        <p:spPr>
          <a:xfrm>
            <a:off x="9091451" y="1558158"/>
            <a:ext cx="2848303" cy="3142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kumimoji="1" lang="en-US" altLang="zh-CN" dirty="0"/>
              <a:t>token bucket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leaky bucket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fixed window counter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sliding window log</a:t>
            </a:r>
          </a:p>
          <a:p>
            <a:pPr marL="342900" indent="-342900">
              <a:buAutoNum type="arabicPeriod"/>
            </a:pPr>
            <a:r>
              <a:rPr kumimoji="1" lang="en-US" altLang="zh-CN" dirty="0"/>
              <a:t>sliding window counter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474A3A39-819C-DDAF-BB5E-27057B849F0F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828799" y="2157248"/>
            <a:ext cx="2653862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D59926B-1DC3-4712-FF82-838DAA7B808D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4472151" y="2157248"/>
            <a:ext cx="10510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6968B257-70EF-5CEC-85C4-B3DCC08C9D4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4482661" y="2157248"/>
            <a:ext cx="2632842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A7663CA-0218-7C51-98A1-E443B26EF36C}"/>
              </a:ext>
            </a:extLst>
          </p:cNvPr>
          <p:cNvCxnSpPr>
            <a:cxnSpLocks/>
          </p:cNvCxnSpPr>
          <p:nvPr/>
        </p:nvCxnSpPr>
        <p:spPr>
          <a:xfrm>
            <a:off x="4882055" y="2157248"/>
            <a:ext cx="0" cy="1939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1E956854-9E62-9442-F147-F46FA7D322E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1828799" y="4695496"/>
            <a:ext cx="2643352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C552750C-4A26-52C1-8DA6-870426D4E59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472151" y="4695496"/>
            <a:ext cx="0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A503DDFE-5F88-25DE-B335-84F718EAFAC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472151" y="4695496"/>
            <a:ext cx="2643352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83C7056D-7D98-341A-6A64-53249CC2D8BA}"/>
              </a:ext>
            </a:extLst>
          </p:cNvPr>
          <p:cNvSpPr/>
          <p:nvPr/>
        </p:nvSpPr>
        <p:spPr>
          <a:xfrm>
            <a:off x="3305503" y="289034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client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DB4D909-ACCC-B6C3-EB96-79E4BBC43FAB}"/>
              </a:ext>
            </a:extLst>
          </p:cNvPr>
          <p:cNvSpPr/>
          <p:nvPr/>
        </p:nvSpPr>
        <p:spPr>
          <a:xfrm>
            <a:off x="5948855" y="289034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DNS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3AAF602B-C774-E667-A62F-CCA8CB6FF64B}"/>
              </a:ext>
            </a:extLst>
          </p:cNvPr>
          <p:cNvSpPr/>
          <p:nvPr/>
        </p:nvSpPr>
        <p:spPr>
          <a:xfrm>
            <a:off x="662151" y="294289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CDN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0CC634F-8735-987C-780E-AA5805E4052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5638799" y="588579"/>
            <a:ext cx="3100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BF9D60FD-193D-03CA-970A-9659C32DB47E}"/>
              </a:ext>
            </a:extLst>
          </p:cNvPr>
          <p:cNvCxnSpPr>
            <a:cxnSpLocks/>
            <a:stCxn id="33" idx="1"/>
            <a:endCxn id="35" idx="3"/>
          </p:cNvCxnSpPr>
          <p:nvPr/>
        </p:nvCxnSpPr>
        <p:spPr>
          <a:xfrm flipH="1">
            <a:off x="2995447" y="588579"/>
            <a:ext cx="310056" cy="5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CE51B4C-34CC-C697-27F5-073F1A08991F}"/>
              </a:ext>
            </a:extLst>
          </p:cNvPr>
          <p:cNvCxnSpPr>
            <a:cxnSpLocks/>
            <a:stCxn id="33" idx="2"/>
            <a:endCxn id="4" idx="0"/>
          </p:cNvCxnSpPr>
          <p:nvPr/>
        </p:nvCxnSpPr>
        <p:spPr>
          <a:xfrm>
            <a:off x="4472151" y="888124"/>
            <a:ext cx="10510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407B179E-5CE8-D2EB-4F82-B5546FA035FD}"/>
              </a:ext>
            </a:extLst>
          </p:cNvPr>
          <p:cNvCxnSpPr>
            <a:cxnSpLocks/>
          </p:cNvCxnSpPr>
          <p:nvPr/>
        </p:nvCxnSpPr>
        <p:spPr>
          <a:xfrm flipV="1">
            <a:off x="4866290" y="888124"/>
            <a:ext cx="0" cy="67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840F55E-AEFF-2DB4-D268-C268D8C62E4C}"/>
              </a:ext>
            </a:extLst>
          </p:cNvPr>
          <p:cNvSpPr txBox="1"/>
          <p:nvPr/>
        </p:nvSpPr>
        <p:spPr>
          <a:xfrm>
            <a:off x="4960883" y="1093076"/>
            <a:ext cx="835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http 429</a:t>
            </a:r>
            <a:endParaRPr kumimoji="1" lang="zh-CN" altLang="en-US" sz="1400" dirty="0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DFF0AF86-E90D-9127-FA22-7C72A2FBE9DE}"/>
              </a:ext>
            </a:extLst>
          </p:cNvPr>
          <p:cNvSpPr/>
          <p:nvPr/>
        </p:nvSpPr>
        <p:spPr>
          <a:xfrm>
            <a:off x="6332484" y="1560785"/>
            <a:ext cx="2333296" cy="5990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rules file</a:t>
            </a:r>
            <a:endParaRPr kumimoji="1" lang="zh-CN" altLang="en-US" sz="1400" dirty="0"/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8F086B84-6905-D0FB-B795-860C446B7A7A}"/>
              </a:ext>
            </a:extLst>
          </p:cNvPr>
          <p:cNvCxnSpPr>
            <a:cxnSpLocks/>
            <a:stCxn id="49" idx="1"/>
            <a:endCxn id="4" idx="3"/>
          </p:cNvCxnSpPr>
          <p:nvPr/>
        </p:nvCxnSpPr>
        <p:spPr>
          <a:xfrm flipH="1" flipV="1">
            <a:off x="5649309" y="1857703"/>
            <a:ext cx="683175" cy="2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2AF163E3-1609-52EB-04EE-4C0FD620BD51}"/>
              </a:ext>
            </a:extLst>
          </p:cNvPr>
          <p:cNvSpPr/>
          <p:nvPr/>
        </p:nvSpPr>
        <p:spPr>
          <a:xfrm>
            <a:off x="662151" y="3599793"/>
            <a:ext cx="2333296" cy="599090"/>
          </a:xfrm>
          <a:prstGeom prst="round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redis</a:t>
            </a:r>
            <a:r>
              <a:rPr kumimoji="1" lang="en-US" altLang="zh-CN" sz="1400" dirty="0"/>
              <a:t> 1 replica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2608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4265A224-DEA4-77D9-E087-0F3C26B9872C}"/>
              </a:ext>
            </a:extLst>
          </p:cNvPr>
          <p:cNvSpPr/>
          <p:nvPr/>
        </p:nvSpPr>
        <p:spPr>
          <a:xfrm>
            <a:off x="1282262" y="2438400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Seed </a:t>
            </a:r>
            <a:r>
              <a:rPr kumimoji="1" lang="en-US" altLang="zh-CN" sz="1400" dirty="0" err="1"/>
              <a:t>urls</a:t>
            </a:r>
            <a:endParaRPr kumimoji="1" lang="zh-CN" altLang="en-US" sz="1400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BEDDD83-C1B8-DAFF-55F3-D3630A3A225D}"/>
              </a:ext>
            </a:extLst>
          </p:cNvPr>
          <p:cNvSpPr/>
          <p:nvPr/>
        </p:nvSpPr>
        <p:spPr>
          <a:xfrm>
            <a:off x="3011213" y="2438400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url</a:t>
            </a:r>
            <a:r>
              <a:rPr kumimoji="1" lang="en-US" altLang="zh-CN" sz="1400" dirty="0"/>
              <a:t> frontier</a:t>
            </a:r>
            <a:endParaRPr kumimoji="1" lang="zh-CN" altLang="en-US" sz="14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FFC0BD4-6C05-45D2-1889-D35F36790011}"/>
              </a:ext>
            </a:extLst>
          </p:cNvPr>
          <p:cNvSpPr/>
          <p:nvPr/>
        </p:nvSpPr>
        <p:spPr>
          <a:xfrm>
            <a:off x="4740164" y="2438400"/>
            <a:ext cx="1439919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url</a:t>
            </a:r>
            <a:r>
              <a:rPr kumimoji="1" lang="en-US" altLang="zh-CN" sz="1400" dirty="0"/>
              <a:t> downloader</a:t>
            </a:r>
            <a:endParaRPr kumimoji="1" lang="zh-CN" altLang="en-US" sz="1400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60010A0C-4452-1D51-9351-E2C9E9DA0DC1}"/>
              </a:ext>
            </a:extLst>
          </p:cNvPr>
          <p:cNvSpPr/>
          <p:nvPr/>
        </p:nvSpPr>
        <p:spPr>
          <a:xfrm>
            <a:off x="6763407" y="2438400"/>
            <a:ext cx="1439919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content parser</a:t>
            </a:r>
            <a:endParaRPr kumimoji="1" lang="zh-CN" altLang="en-US" sz="1400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0F9F046-8100-3B3F-3D44-CEE49C203D44}"/>
              </a:ext>
            </a:extLst>
          </p:cNvPr>
          <p:cNvSpPr/>
          <p:nvPr/>
        </p:nvSpPr>
        <p:spPr>
          <a:xfrm>
            <a:off x="4740164" y="3197311"/>
            <a:ext cx="1439919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6E7DD6-56B7-16DB-368E-4E2C8AE18B56}"/>
              </a:ext>
            </a:extLst>
          </p:cNvPr>
          <p:cNvSpPr/>
          <p:nvPr/>
        </p:nvSpPr>
        <p:spPr>
          <a:xfrm>
            <a:off x="4740164" y="1631731"/>
            <a:ext cx="1439918" cy="52551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DNS cache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F3BBF05-94CD-BA94-E35C-0BE2D302DE82}"/>
              </a:ext>
            </a:extLst>
          </p:cNvPr>
          <p:cNvSpPr/>
          <p:nvPr/>
        </p:nvSpPr>
        <p:spPr>
          <a:xfrm>
            <a:off x="8650726" y="2379741"/>
            <a:ext cx="1439919" cy="5272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duplication detector</a:t>
            </a:r>
            <a:endParaRPr kumimoji="1" lang="zh-CN" altLang="en-US" sz="1400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657423-1C89-E37C-E945-D81199BD95CB}"/>
              </a:ext>
            </a:extLst>
          </p:cNvPr>
          <p:cNvSpPr/>
          <p:nvPr/>
        </p:nvSpPr>
        <p:spPr>
          <a:xfrm>
            <a:off x="8650725" y="3429000"/>
            <a:ext cx="1439919" cy="5272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link extractor</a:t>
            </a:r>
            <a:endParaRPr kumimoji="1" lang="zh-CN" altLang="en-US" sz="1400" dirty="0"/>
          </a:p>
        </p:txBody>
      </p:sp>
      <p:sp>
        <p:nvSpPr>
          <p:cNvPr id="15" name="圆柱体 14">
            <a:extLst>
              <a:ext uri="{FF2B5EF4-FFF2-40B4-BE49-F238E27FC236}">
                <a16:creationId xmlns:a16="http://schemas.microsoft.com/office/drawing/2014/main" id="{C7379673-44F0-E109-8EC2-FFD5AD627579}"/>
              </a:ext>
            </a:extLst>
          </p:cNvPr>
          <p:cNvSpPr/>
          <p:nvPr/>
        </p:nvSpPr>
        <p:spPr>
          <a:xfrm>
            <a:off x="8650724" y="849066"/>
            <a:ext cx="1439919" cy="59312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storage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圆柱体 15">
            <a:extLst>
              <a:ext uri="{FF2B5EF4-FFF2-40B4-BE49-F238E27FC236}">
                <a16:creationId xmlns:a16="http://schemas.microsoft.com/office/drawing/2014/main" id="{BAC55ED7-DA1C-A004-294B-FD3554AF9C13}"/>
              </a:ext>
            </a:extLst>
          </p:cNvPr>
          <p:cNvSpPr/>
          <p:nvPr/>
        </p:nvSpPr>
        <p:spPr>
          <a:xfrm>
            <a:off x="2864067" y="4986768"/>
            <a:ext cx="1439919" cy="59312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storage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BC847C69-C194-5E84-528A-ECFAE2013EEA}"/>
              </a:ext>
            </a:extLst>
          </p:cNvPr>
          <p:cNvSpPr/>
          <p:nvPr/>
        </p:nvSpPr>
        <p:spPr>
          <a:xfrm>
            <a:off x="8650725" y="4478259"/>
            <a:ext cx="1439919" cy="5272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link filter</a:t>
            </a:r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02BADA-48D7-7A49-47D2-D3DA2D7EA3B7}"/>
              </a:ext>
            </a:extLst>
          </p:cNvPr>
          <p:cNvSpPr/>
          <p:nvPr/>
        </p:nvSpPr>
        <p:spPr>
          <a:xfrm>
            <a:off x="2864067" y="1631731"/>
            <a:ext cx="1439918" cy="52551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bloom filter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5F1C7D72-2A17-0864-B326-AFA3B35E49D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7889" y="2643352"/>
            <a:ext cx="58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10FB744-3B5C-82D9-CC80-8B90D9393F4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56840" y="2643352"/>
            <a:ext cx="58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0E827D50-5B7D-4E52-51C1-6219F00E097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180083" y="2643352"/>
            <a:ext cx="583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68031C14-56E0-1B0E-D7C0-6C7067758D5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8203326" y="2643352"/>
            <a:ext cx="44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160CE036-7BEF-7472-FEAD-EEBE3C478EB7}"/>
              </a:ext>
            </a:extLst>
          </p:cNvPr>
          <p:cNvCxnSpPr>
            <a:cxnSpLocks/>
            <a:stCxn id="16" idx="1"/>
            <a:endCxn id="60" idx="2"/>
          </p:cNvCxnSpPr>
          <p:nvPr/>
        </p:nvCxnSpPr>
        <p:spPr>
          <a:xfrm flipV="1">
            <a:off x="3584027" y="4741017"/>
            <a:ext cx="0" cy="24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41FA6614-D6A3-7DA8-75A9-24D5399348DB}"/>
              </a:ext>
            </a:extLst>
          </p:cNvPr>
          <p:cNvCxnSpPr>
            <a:stCxn id="9" idx="2"/>
            <a:endCxn id="6" idx="0"/>
          </p:cNvCxnSpPr>
          <p:nvPr/>
        </p:nvCxnSpPr>
        <p:spPr>
          <a:xfrm>
            <a:off x="5460123" y="2157248"/>
            <a:ext cx="1" cy="2811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9D75F0DF-330F-06AC-8C46-3C76E180FB30}"/>
              </a:ext>
            </a:extLst>
          </p:cNvPr>
          <p:cNvCxnSpPr>
            <a:cxnSpLocks/>
            <a:stCxn id="18" idx="2"/>
            <a:endCxn id="5" idx="0"/>
          </p:cNvCxnSpPr>
          <p:nvPr/>
        </p:nvCxnSpPr>
        <p:spPr>
          <a:xfrm>
            <a:off x="3584026" y="2157248"/>
            <a:ext cx="1" cy="2811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F09B80FE-D9F5-DD68-E324-27C3BEA8750C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5460124" y="2848304"/>
            <a:ext cx="0" cy="3490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CC6DFF5E-6644-79D7-F920-2BEB3FCA82D8}"/>
              </a:ext>
            </a:extLst>
          </p:cNvPr>
          <p:cNvCxnSpPr>
            <a:cxnSpLocks/>
            <a:stCxn id="15" idx="3"/>
            <a:endCxn id="13" idx="0"/>
          </p:cNvCxnSpPr>
          <p:nvPr/>
        </p:nvCxnSpPr>
        <p:spPr>
          <a:xfrm>
            <a:off x="9370684" y="1442190"/>
            <a:ext cx="2" cy="9375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145E2CBA-CDA6-8F7F-AB8F-5A396AC562E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9370685" y="2906963"/>
            <a:ext cx="1" cy="522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2310C82B-A8E9-13DA-EDA1-BFDA8737D2B3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9370685" y="3956222"/>
            <a:ext cx="0" cy="522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>
            <a:extLst>
              <a:ext uri="{FF2B5EF4-FFF2-40B4-BE49-F238E27FC236}">
                <a16:creationId xmlns:a16="http://schemas.microsoft.com/office/drawing/2014/main" id="{5CBFE024-12E1-2406-553F-68B30F08BCB0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4123997" y="2787408"/>
            <a:ext cx="4526728" cy="1954463"/>
          </a:xfrm>
          <a:prstGeom prst="bentConnector3">
            <a:avLst>
              <a:gd name="adj1" fmla="val 904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42443480-18EE-62D6-CE0A-63FD1954D193}"/>
              </a:ext>
            </a:extLst>
          </p:cNvPr>
          <p:cNvSpPr/>
          <p:nvPr/>
        </p:nvSpPr>
        <p:spPr>
          <a:xfrm>
            <a:off x="2864068" y="4215500"/>
            <a:ext cx="1439918" cy="52551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URL cache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E9188C16-8656-3511-E340-A5BC67D8E68A}"/>
              </a:ext>
            </a:extLst>
          </p:cNvPr>
          <p:cNvCxnSpPr>
            <a:cxnSpLocks/>
            <a:stCxn id="60" idx="0"/>
            <a:endCxn id="5" idx="2"/>
          </p:cNvCxnSpPr>
          <p:nvPr/>
        </p:nvCxnSpPr>
        <p:spPr>
          <a:xfrm flipV="1">
            <a:off x="3584027" y="2848304"/>
            <a:ext cx="0" cy="136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5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151CA522-EDC2-036D-0444-D8876D1BA369}"/>
              </a:ext>
            </a:extLst>
          </p:cNvPr>
          <p:cNvSpPr/>
          <p:nvPr/>
        </p:nvSpPr>
        <p:spPr>
          <a:xfrm>
            <a:off x="1555773" y="716975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client</a:t>
            </a:r>
            <a:endParaRPr kumimoji="1" lang="zh-CN" altLang="en-US" sz="1400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629C34C-35CD-F90F-C94B-DAB317F52BC5}"/>
              </a:ext>
            </a:extLst>
          </p:cNvPr>
          <p:cNvSpPr/>
          <p:nvPr/>
        </p:nvSpPr>
        <p:spPr>
          <a:xfrm>
            <a:off x="1555773" y="2401309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rateLimiter</a:t>
            </a:r>
            <a:endParaRPr kumimoji="1" lang="zh-CN" altLang="en-US" sz="14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72429D8-BE64-0FB4-2499-FD53657F472D}"/>
              </a:ext>
            </a:extLst>
          </p:cNvPr>
          <p:cNvSpPr/>
          <p:nvPr/>
        </p:nvSpPr>
        <p:spPr>
          <a:xfrm>
            <a:off x="1524758" y="3224048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loadBalancer</a:t>
            </a:r>
            <a:endParaRPr kumimoji="1" lang="zh-CN" altLang="en-US" sz="1400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0BA6EB1-A679-EA64-CC78-A9DD6D48B0AB}"/>
              </a:ext>
            </a:extLst>
          </p:cNvPr>
          <p:cNvSpPr/>
          <p:nvPr/>
        </p:nvSpPr>
        <p:spPr>
          <a:xfrm>
            <a:off x="5561783" y="1266499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post servers</a:t>
            </a:r>
            <a:endParaRPr kumimoji="1" lang="zh-CN" altLang="en-US" sz="1400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61D52A6-4A5E-5DA3-4C51-D1E691FF792A}"/>
              </a:ext>
            </a:extLst>
          </p:cNvPr>
          <p:cNvSpPr/>
          <p:nvPr/>
        </p:nvSpPr>
        <p:spPr>
          <a:xfrm>
            <a:off x="5561107" y="6062071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fetch servers</a:t>
            </a:r>
            <a:endParaRPr kumimoji="1" lang="zh-CN" altLang="en-US" sz="1400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E0A7822-9E03-6A8D-8286-FCA5E5B40226}"/>
              </a:ext>
            </a:extLst>
          </p:cNvPr>
          <p:cNvSpPr/>
          <p:nvPr/>
        </p:nvSpPr>
        <p:spPr>
          <a:xfrm>
            <a:off x="5561107" y="2814144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fanout servers</a:t>
            </a:r>
            <a:endParaRPr kumimoji="1" lang="zh-CN" altLang="en-US" sz="1400" dirty="0"/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FC5EB5A4-3C1E-5F26-5FE9-4E4A57D0B4D0}"/>
              </a:ext>
            </a:extLst>
          </p:cNvPr>
          <p:cNvSpPr/>
          <p:nvPr/>
        </p:nvSpPr>
        <p:spPr>
          <a:xfrm>
            <a:off x="9191770" y="1111576"/>
            <a:ext cx="1439919" cy="715199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content storage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5732EE4-4447-83E2-24E4-BA7CFD881F67}"/>
              </a:ext>
            </a:extLst>
          </p:cNvPr>
          <p:cNvSpPr/>
          <p:nvPr/>
        </p:nvSpPr>
        <p:spPr>
          <a:xfrm>
            <a:off x="7369005" y="924857"/>
            <a:ext cx="1207653" cy="1088636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content cache</a:t>
            </a:r>
            <a:endParaRPr kumimoji="1" lang="zh-CN" altLang="en-US" sz="1400" dirty="0"/>
          </a:p>
        </p:txBody>
      </p:sp>
      <p:sp>
        <p:nvSpPr>
          <p:cNvPr id="13" name="圆柱体 12">
            <a:extLst>
              <a:ext uri="{FF2B5EF4-FFF2-40B4-BE49-F238E27FC236}">
                <a16:creationId xmlns:a16="http://schemas.microsoft.com/office/drawing/2014/main" id="{B82220C8-DC5F-778A-B810-8FED02E2A553}"/>
              </a:ext>
            </a:extLst>
          </p:cNvPr>
          <p:cNvSpPr/>
          <p:nvPr/>
        </p:nvSpPr>
        <p:spPr>
          <a:xfrm>
            <a:off x="9206637" y="2661496"/>
            <a:ext cx="1439919" cy="715199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graph </a:t>
            </a:r>
            <a:r>
              <a:rPr kumimoji="1" lang="en-US" altLang="zh-CN" sz="1600" dirty="0" err="1">
                <a:solidFill>
                  <a:schemeClr val="tx1"/>
                </a:solidFill>
              </a:rPr>
              <a:t>db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relationship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E875060-EDA2-0168-CF0E-FDBB44ED6C41}"/>
              </a:ext>
            </a:extLst>
          </p:cNvPr>
          <p:cNvSpPr/>
          <p:nvPr/>
        </p:nvSpPr>
        <p:spPr>
          <a:xfrm>
            <a:off x="7384548" y="2474778"/>
            <a:ext cx="1207653" cy="1088636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relationship cache</a:t>
            </a:r>
            <a:endParaRPr kumimoji="1" lang="zh-CN" altLang="en-US" sz="14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39030E3-9AA8-8B3A-2DF6-32CACC677CAD}"/>
              </a:ext>
            </a:extLst>
          </p:cNvPr>
          <p:cNvCxnSpPr>
            <a:cxnSpLocks/>
            <a:stCxn id="4" idx="2"/>
            <a:endCxn id="72" idx="0"/>
          </p:cNvCxnSpPr>
          <p:nvPr/>
        </p:nvCxnSpPr>
        <p:spPr>
          <a:xfrm flipH="1">
            <a:off x="2128586" y="1126879"/>
            <a:ext cx="1" cy="451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0CB3CA7-48FB-E4A0-B3F3-01D4DA07499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128585" y="2811213"/>
            <a:ext cx="2" cy="412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B91200E-45F3-67F1-3B71-53307896841F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6769436" y="1469175"/>
            <a:ext cx="599569" cy="2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DC1EE70E-C3ED-0A15-6127-7F069DB1A6CF}"/>
              </a:ext>
            </a:extLst>
          </p:cNvPr>
          <p:cNvCxnSpPr>
            <a:stCxn id="12" idx="3"/>
            <a:endCxn id="10" idx="2"/>
          </p:cNvCxnSpPr>
          <p:nvPr/>
        </p:nvCxnSpPr>
        <p:spPr>
          <a:xfrm>
            <a:off x="8576658" y="1469175"/>
            <a:ext cx="61511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BF851BED-5365-3AB0-24B7-F751C480CB46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6768760" y="3019096"/>
            <a:ext cx="6157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A79ECA3-C690-71C3-9B98-B5568E9B52EF}"/>
              </a:ext>
            </a:extLst>
          </p:cNvPr>
          <p:cNvCxnSpPr>
            <a:cxnSpLocks/>
            <a:stCxn id="14" idx="3"/>
            <a:endCxn id="13" idx="2"/>
          </p:cNvCxnSpPr>
          <p:nvPr/>
        </p:nvCxnSpPr>
        <p:spPr>
          <a:xfrm>
            <a:off x="8592201" y="3019096"/>
            <a:ext cx="6144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6833105C-9D3A-A97F-22D8-13FEF6AF665B}"/>
              </a:ext>
            </a:extLst>
          </p:cNvPr>
          <p:cNvCxnSpPr>
            <a:cxnSpLocks/>
            <a:stCxn id="7" idx="2"/>
            <a:endCxn id="88" idx="2"/>
          </p:cNvCxnSpPr>
          <p:nvPr/>
        </p:nvCxnSpPr>
        <p:spPr>
          <a:xfrm flipH="1">
            <a:off x="6164934" y="1676403"/>
            <a:ext cx="676" cy="714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42567A91-9CDD-C3FB-A46F-CB37B48B66C6}"/>
              </a:ext>
            </a:extLst>
          </p:cNvPr>
          <p:cNvSpPr/>
          <p:nvPr/>
        </p:nvSpPr>
        <p:spPr>
          <a:xfrm>
            <a:off x="5565365" y="492677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notification servers</a:t>
            </a:r>
            <a:endParaRPr kumimoji="1" lang="zh-CN" altLang="en-US" sz="1400" dirty="0"/>
          </a:p>
        </p:txBody>
      </p:sp>
      <p:cxnSp>
        <p:nvCxnSpPr>
          <p:cNvPr id="63" name="肘形连接符 62">
            <a:extLst>
              <a:ext uri="{FF2B5EF4-FFF2-40B4-BE49-F238E27FC236}">
                <a16:creationId xmlns:a16="http://schemas.microsoft.com/office/drawing/2014/main" id="{5FD87D43-15BC-919C-DD56-7C8B8783D125}"/>
              </a:ext>
            </a:extLst>
          </p:cNvPr>
          <p:cNvCxnSpPr>
            <a:stCxn id="9" idx="1"/>
            <a:endCxn id="58" idx="1"/>
          </p:cNvCxnSpPr>
          <p:nvPr/>
        </p:nvCxnSpPr>
        <p:spPr>
          <a:xfrm rot="10800000" flipH="1">
            <a:off x="5561107" y="697630"/>
            <a:ext cx="4258" cy="2321467"/>
          </a:xfrm>
          <a:prstGeom prst="bentConnector3">
            <a:avLst>
              <a:gd name="adj1" fmla="val -53687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DF5B467D-F795-B939-3D21-65FB7E6189C1}"/>
              </a:ext>
            </a:extLst>
          </p:cNvPr>
          <p:cNvSpPr/>
          <p:nvPr/>
        </p:nvSpPr>
        <p:spPr>
          <a:xfrm>
            <a:off x="1524759" y="1578570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authentication</a:t>
            </a:r>
            <a:endParaRPr kumimoji="1" lang="zh-CN" altLang="en-US" sz="1400" dirty="0"/>
          </a:p>
        </p:txBody>
      </p:sp>
      <p:cxnSp>
        <p:nvCxnSpPr>
          <p:cNvPr id="82" name="直线箭头连接符 81">
            <a:extLst>
              <a:ext uri="{FF2B5EF4-FFF2-40B4-BE49-F238E27FC236}">
                <a16:creationId xmlns:a16="http://schemas.microsoft.com/office/drawing/2014/main" id="{A09F72A5-4930-C936-9747-FEA35E344FE2}"/>
              </a:ext>
            </a:extLst>
          </p:cNvPr>
          <p:cNvCxnSpPr>
            <a:cxnSpLocks/>
            <a:stCxn id="72" idx="2"/>
            <a:endCxn id="5" idx="0"/>
          </p:cNvCxnSpPr>
          <p:nvPr/>
        </p:nvCxnSpPr>
        <p:spPr>
          <a:xfrm>
            <a:off x="2128586" y="1988474"/>
            <a:ext cx="1" cy="412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圆柱体 87">
            <a:extLst>
              <a:ext uri="{FF2B5EF4-FFF2-40B4-BE49-F238E27FC236}">
                <a16:creationId xmlns:a16="http://schemas.microsoft.com/office/drawing/2014/main" id="{8C0660C9-793C-11F9-05F7-D561FBCA8A36}"/>
              </a:ext>
            </a:extLst>
          </p:cNvPr>
          <p:cNvSpPr/>
          <p:nvPr/>
        </p:nvSpPr>
        <p:spPr>
          <a:xfrm rot="16200000">
            <a:off x="6027572" y="1457461"/>
            <a:ext cx="274724" cy="1592300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A25C0BE-8BA1-8B84-F63E-5053D9A796DE}"/>
              </a:ext>
            </a:extLst>
          </p:cNvPr>
          <p:cNvSpPr txBox="1"/>
          <p:nvPr/>
        </p:nvSpPr>
        <p:spPr>
          <a:xfrm>
            <a:off x="6999298" y="1992828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message queue</a:t>
            </a:r>
            <a:endParaRPr kumimoji="1" lang="zh-CN" altLang="en-US" sz="1200" dirty="0"/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C7DB73BB-0834-9D25-1AA6-6938642BD7FF}"/>
              </a:ext>
            </a:extLst>
          </p:cNvPr>
          <p:cNvCxnSpPr>
            <a:cxnSpLocks/>
            <a:stCxn id="88" idx="2"/>
            <a:endCxn id="9" idx="0"/>
          </p:cNvCxnSpPr>
          <p:nvPr/>
        </p:nvCxnSpPr>
        <p:spPr>
          <a:xfrm>
            <a:off x="6164934" y="2390973"/>
            <a:ext cx="0" cy="423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9A39FCC2-3ED0-FE4D-BDF8-499773978209}"/>
              </a:ext>
            </a:extLst>
          </p:cNvPr>
          <p:cNvSpPr/>
          <p:nvPr/>
        </p:nvSpPr>
        <p:spPr>
          <a:xfrm>
            <a:off x="5561107" y="4322376"/>
            <a:ext cx="1207653" cy="1088636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news feed cache</a:t>
            </a:r>
            <a:endParaRPr kumimoji="1" lang="zh-CN" altLang="en-US" sz="14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9A1C581-1C46-2887-B0F6-337E686783E0}"/>
              </a:ext>
            </a:extLst>
          </p:cNvPr>
          <p:cNvSpPr txBox="1"/>
          <p:nvPr/>
        </p:nvSpPr>
        <p:spPr>
          <a:xfrm>
            <a:off x="7143116" y="627412"/>
            <a:ext cx="1659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&lt;</a:t>
            </a:r>
            <a:r>
              <a:rPr kumimoji="1" lang="en-US" altLang="zh-CN" sz="1400" dirty="0" err="1"/>
              <a:t>post_id</a:t>
            </a:r>
            <a:r>
              <a:rPr kumimoji="1" lang="en-US" altLang="zh-CN" sz="1400" dirty="0"/>
              <a:t>, content&gt;</a:t>
            </a:r>
            <a:endParaRPr kumimoji="1" lang="zh-CN" altLang="en-US" sz="14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FAEA88D-C9D8-3601-6167-BCD2506AA1FD}"/>
              </a:ext>
            </a:extLst>
          </p:cNvPr>
          <p:cNvSpPr txBox="1"/>
          <p:nvPr/>
        </p:nvSpPr>
        <p:spPr>
          <a:xfrm>
            <a:off x="7218803" y="3547340"/>
            <a:ext cx="2635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&lt;</a:t>
            </a:r>
            <a:r>
              <a:rPr kumimoji="1" lang="en-US" altLang="zh-CN" sz="1400" dirty="0" err="1"/>
              <a:t>user_id</a:t>
            </a:r>
            <a:r>
              <a:rPr kumimoji="1" lang="en-US" altLang="zh-CN" sz="1400" dirty="0"/>
              <a:t>, following what users&gt;</a:t>
            </a:r>
            <a:endParaRPr kumimoji="1" lang="zh-CN" altLang="en-US" sz="14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00B22AF-5A9A-6A98-5340-7E37B60DBADD}"/>
              </a:ext>
            </a:extLst>
          </p:cNvPr>
          <p:cNvSpPr txBox="1"/>
          <p:nvPr/>
        </p:nvSpPr>
        <p:spPr>
          <a:xfrm>
            <a:off x="2636870" y="4679975"/>
            <a:ext cx="2906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&lt;</a:t>
            </a:r>
            <a:r>
              <a:rPr kumimoji="1" lang="en-US" altLang="zh-CN" sz="1400" dirty="0" err="1"/>
              <a:t>user_id</a:t>
            </a:r>
            <a:r>
              <a:rPr kumimoji="1" lang="en-US" altLang="zh-CN" sz="1400" dirty="0"/>
              <a:t>, </a:t>
            </a:r>
            <a:r>
              <a:rPr kumimoji="1" lang="en-US" altLang="zh-CN" sz="1400" dirty="0" err="1"/>
              <a:t>post_ids</a:t>
            </a:r>
            <a:r>
              <a:rPr kumimoji="1" lang="en-US" altLang="zh-CN" sz="1400" dirty="0"/>
              <a:t> should be seen&gt;</a:t>
            </a:r>
            <a:endParaRPr kumimoji="1" lang="zh-CN" altLang="en-US" sz="1400" dirty="0"/>
          </a:p>
        </p:txBody>
      </p:sp>
      <p:sp>
        <p:nvSpPr>
          <p:cNvPr id="101" name="圆柱体 100">
            <a:extLst>
              <a:ext uri="{FF2B5EF4-FFF2-40B4-BE49-F238E27FC236}">
                <a16:creationId xmlns:a16="http://schemas.microsoft.com/office/drawing/2014/main" id="{7A51DE08-A4AF-7AB6-C5CC-33F381E2DE08}"/>
              </a:ext>
            </a:extLst>
          </p:cNvPr>
          <p:cNvSpPr/>
          <p:nvPr/>
        </p:nvSpPr>
        <p:spPr>
          <a:xfrm>
            <a:off x="9206637" y="4398135"/>
            <a:ext cx="1439919" cy="715199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</a:rPr>
              <a:t>user configurations</a:t>
            </a:r>
            <a:endParaRPr kumimoji="1"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36CF7E34-0375-00D3-F758-54CC34A3B5F7}"/>
              </a:ext>
            </a:extLst>
          </p:cNvPr>
          <p:cNvSpPr/>
          <p:nvPr/>
        </p:nvSpPr>
        <p:spPr>
          <a:xfrm>
            <a:off x="7383872" y="4211417"/>
            <a:ext cx="1207653" cy="1088636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configuration cache</a:t>
            </a:r>
            <a:endParaRPr kumimoji="1" lang="zh-CN" altLang="en-US" sz="1400" dirty="0"/>
          </a:p>
        </p:txBody>
      </p:sp>
      <p:cxnSp>
        <p:nvCxnSpPr>
          <p:cNvPr id="103" name="直线箭头连接符 102">
            <a:extLst>
              <a:ext uri="{FF2B5EF4-FFF2-40B4-BE49-F238E27FC236}">
                <a16:creationId xmlns:a16="http://schemas.microsoft.com/office/drawing/2014/main" id="{FDF88F5A-B895-CFD4-0723-E05469706961}"/>
              </a:ext>
            </a:extLst>
          </p:cNvPr>
          <p:cNvCxnSpPr>
            <a:cxnSpLocks/>
            <a:stCxn id="9" idx="2"/>
            <a:endCxn id="97" idx="0"/>
          </p:cNvCxnSpPr>
          <p:nvPr/>
        </p:nvCxnSpPr>
        <p:spPr>
          <a:xfrm>
            <a:off x="6164934" y="3224048"/>
            <a:ext cx="0" cy="1098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2267E034-DC75-72D7-41B3-690A672A2FB7}"/>
              </a:ext>
            </a:extLst>
          </p:cNvPr>
          <p:cNvCxnSpPr>
            <a:cxnSpLocks/>
            <a:stCxn id="102" idx="1"/>
            <a:endCxn id="9" idx="2"/>
          </p:cNvCxnSpPr>
          <p:nvPr/>
        </p:nvCxnSpPr>
        <p:spPr>
          <a:xfrm flipH="1" flipV="1">
            <a:off x="6164934" y="3224048"/>
            <a:ext cx="1218938" cy="1531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39FAE61C-A501-5E25-3A8A-3E4DDEAFCBE6}"/>
              </a:ext>
            </a:extLst>
          </p:cNvPr>
          <p:cNvCxnSpPr>
            <a:cxnSpLocks/>
            <a:stCxn id="97" idx="2"/>
            <a:endCxn id="8" idx="0"/>
          </p:cNvCxnSpPr>
          <p:nvPr/>
        </p:nvCxnSpPr>
        <p:spPr>
          <a:xfrm>
            <a:off x="6164934" y="5411012"/>
            <a:ext cx="0" cy="651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120">
            <a:extLst>
              <a:ext uri="{FF2B5EF4-FFF2-40B4-BE49-F238E27FC236}">
                <a16:creationId xmlns:a16="http://schemas.microsoft.com/office/drawing/2014/main" id="{065F0031-6F54-33A8-F2C0-D0A08D8A15DA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2732411" y="1471451"/>
            <a:ext cx="2829372" cy="195754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121">
            <a:extLst>
              <a:ext uri="{FF2B5EF4-FFF2-40B4-BE49-F238E27FC236}">
                <a16:creationId xmlns:a16="http://schemas.microsoft.com/office/drawing/2014/main" id="{3043AFF8-F0A4-6D11-A7E5-5A456B011338}"/>
              </a:ext>
            </a:extLst>
          </p:cNvPr>
          <p:cNvCxnSpPr>
            <a:cxnSpLocks/>
            <a:stCxn id="6" idx="2"/>
            <a:endCxn id="8" idx="1"/>
          </p:cNvCxnSpPr>
          <p:nvPr/>
        </p:nvCxnSpPr>
        <p:spPr>
          <a:xfrm rot="16200000" flipH="1">
            <a:off x="2528311" y="3234226"/>
            <a:ext cx="2633071" cy="34325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肘形连接符 125">
            <a:extLst>
              <a:ext uri="{FF2B5EF4-FFF2-40B4-BE49-F238E27FC236}">
                <a16:creationId xmlns:a16="http://schemas.microsoft.com/office/drawing/2014/main" id="{6C42684D-2E3F-00DD-DE0F-BEECF3F84029}"/>
              </a:ext>
            </a:extLst>
          </p:cNvPr>
          <p:cNvCxnSpPr>
            <a:cxnSpLocks/>
            <a:stCxn id="12" idx="3"/>
            <a:endCxn id="8" idx="3"/>
          </p:cNvCxnSpPr>
          <p:nvPr/>
        </p:nvCxnSpPr>
        <p:spPr>
          <a:xfrm flipH="1">
            <a:off x="6768760" y="1469175"/>
            <a:ext cx="1807898" cy="4797848"/>
          </a:xfrm>
          <a:prstGeom prst="bentConnector3">
            <a:avLst>
              <a:gd name="adj1" fmla="val -1264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995799D-CE8D-96B3-309C-FB0DACB4A1A5}"/>
              </a:ext>
            </a:extLst>
          </p:cNvPr>
          <p:cNvSpPr txBox="1"/>
          <p:nvPr/>
        </p:nvSpPr>
        <p:spPr>
          <a:xfrm>
            <a:off x="6469360" y="5683410"/>
            <a:ext cx="684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merge</a:t>
            </a:r>
            <a:endParaRPr kumimoji="1" lang="zh-CN" altLang="en-US" sz="1400" dirty="0"/>
          </a:p>
        </p:txBody>
      </p: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EB86667A-3BD6-A46C-1AEB-400DED58DDFD}"/>
              </a:ext>
            </a:extLst>
          </p:cNvPr>
          <p:cNvCxnSpPr>
            <a:cxnSpLocks/>
            <a:stCxn id="102" idx="3"/>
            <a:endCxn id="101" idx="2"/>
          </p:cNvCxnSpPr>
          <p:nvPr/>
        </p:nvCxnSpPr>
        <p:spPr>
          <a:xfrm>
            <a:off x="8591525" y="4755735"/>
            <a:ext cx="6151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25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03A0F9EB-7E49-DFC9-502B-E8383FF518F7}"/>
              </a:ext>
            </a:extLst>
          </p:cNvPr>
          <p:cNvSpPr/>
          <p:nvPr/>
        </p:nvSpPr>
        <p:spPr>
          <a:xfrm>
            <a:off x="1272438" y="742733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clientA</a:t>
            </a:r>
            <a:endParaRPr kumimoji="1" lang="zh-CN" altLang="en-US" sz="1400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290C742-AAFF-87E6-7CA2-F778C365E32E}"/>
              </a:ext>
            </a:extLst>
          </p:cNvPr>
          <p:cNvSpPr/>
          <p:nvPr/>
        </p:nvSpPr>
        <p:spPr>
          <a:xfrm>
            <a:off x="1272438" y="1482424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rateLimiter</a:t>
            </a:r>
            <a:endParaRPr kumimoji="1" lang="zh-CN" altLang="en-US" sz="1400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323CC16-A3C5-1188-F851-4C66C820303B}"/>
              </a:ext>
            </a:extLst>
          </p:cNvPr>
          <p:cNvSpPr/>
          <p:nvPr/>
        </p:nvSpPr>
        <p:spPr>
          <a:xfrm>
            <a:off x="1241423" y="3044854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loadBalancer</a:t>
            </a:r>
            <a:endParaRPr kumimoji="1" lang="zh-CN" altLang="en-US" sz="1400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09B88908-351F-513A-C42A-53F7832552B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845252" y="1152637"/>
            <a:ext cx="0" cy="329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699373A-70E3-7732-B5EA-3E1ACD73359A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1845249" y="1892328"/>
            <a:ext cx="3" cy="412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C9E2A634-9848-B810-68D8-214357BF5887}"/>
              </a:ext>
            </a:extLst>
          </p:cNvPr>
          <p:cNvSpPr/>
          <p:nvPr/>
        </p:nvSpPr>
        <p:spPr>
          <a:xfrm>
            <a:off x="1241422" y="2305163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authentication</a:t>
            </a:r>
            <a:endParaRPr kumimoji="1" lang="zh-CN" altLang="en-US" sz="14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FD1D4EE6-426C-6357-961C-B6BB1211550E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1845249" y="2715067"/>
            <a:ext cx="1" cy="329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05FAD2F-8813-1100-EA69-C0651E91EDBD}"/>
              </a:ext>
            </a:extLst>
          </p:cNvPr>
          <p:cNvSpPr/>
          <p:nvPr/>
        </p:nvSpPr>
        <p:spPr>
          <a:xfrm>
            <a:off x="1256926" y="3894960"/>
            <a:ext cx="1176644" cy="8025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service discovery</a:t>
            </a:r>
          </a:p>
          <a:p>
            <a:pPr algn="ctr"/>
            <a:r>
              <a:rPr kumimoji="1" lang="en-US" altLang="zh-CN" sz="1400" dirty="0"/>
              <a:t>(zookeeper)</a:t>
            </a:r>
            <a:endParaRPr kumimoji="1" lang="zh-CN" altLang="en-US" sz="1400" dirty="0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E82B9E6-57A1-A58C-78D4-BB09F6AC17F4}"/>
              </a:ext>
            </a:extLst>
          </p:cNvPr>
          <p:cNvSpPr/>
          <p:nvPr/>
        </p:nvSpPr>
        <p:spPr>
          <a:xfrm>
            <a:off x="622091" y="5633661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chatServer1</a:t>
            </a:r>
            <a:endParaRPr kumimoji="1" lang="zh-CN" altLang="en-US" sz="1400" dirty="0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38579C3-7724-3A9A-008E-DC01D43BF361}"/>
              </a:ext>
            </a:extLst>
          </p:cNvPr>
          <p:cNvSpPr/>
          <p:nvPr/>
        </p:nvSpPr>
        <p:spPr>
          <a:xfrm>
            <a:off x="2049499" y="5633661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chatServer2</a:t>
            </a:r>
            <a:endParaRPr kumimoji="1" lang="zh-CN" altLang="en-US" sz="1400" dirty="0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FD44D36-07B5-40FA-787D-C92C6C19D214}"/>
              </a:ext>
            </a:extLst>
          </p:cNvPr>
          <p:cNvSpPr/>
          <p:nvPr/>
        </p:nvSpPr>
        <p:spPr>
          <a:xfrm>
            <a:off x="4174514" y="5633661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chatServerN</a:t>
            </a:r>
            <a:endParaRPr kumimoji="1" lang="en-US" altLang="zh-CN" sz="1400" dirty="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862FE991-0DB8-88EE-56D5-8430EED3236A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 flipH="1">
            <a:off x="1845248" y="3454758"/>
            <a:ext cx="2" cy="440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9877226B-7229-B02B-C707-C3E2A1B98416}"/>
              </a:ext>
            </a:extLst>
          </p:cNvPr>
          <p:cNvCxnSpPr>
            <a:stCxn id="24" idx="0"/>
            <a:endCxn id="23" idx="2"/>
          </p:cNvCxnSpPr>
          <p:nvPr/>
        </p:nvCxnSpPr>
        <p:spPr>
          <a:xfrm flipV="1">
            <a:off x="1225918" y="4697513"/>
            <a:ext cx="619330" cy="93614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A9F3EA21-E2E2-69BB-77D3-0ED94F64CC13}"/>
              </a:ext>
            </a:extLst>
          </p:cNvPr>
          <p:cNvCxnSpPr>
            <a:cxnSpLocks/>
            <a:stCxn id="25" idx="0"/>
            <a:endCxn id="23" idx="2"/>
          </p:cNvCxnSpPr>
          <p:nvPr/>
        </p:nvCxnSpPr>
        <p:spPr>
          <a:xfrm flipH="1" flipV="1">
            <a:off x="1845248" y="4697513"/>
            <a:ext cx="808078" cy="93614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34FAD049-0082-5868-42CF-6C267D722327}"/>
              </a:ext>
            </a:extLst>
          </p:cNvPr>
          <p:cNvCxnSpPr>
            <a:cxnSpLocks/>
            <a:stCxn id="26" idx="0"/>
            <a:endCxn id="23" idx="2"/>
          </p:cNvCxnSpPr>
          <p:nvPr/>
        </p:nvCxnSpPr>
        <p:spPr>
          <a:xfrm flipH="1" flipV="1">
            <a:off x="1845248" y="4697513"/>
            <a:ext cx="2933093" cy="93614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7AC9C-C9D0-77FA-99F3-B32AD621B5DA}"/>
              </a:ext>
            </a:extLst>
          </p:cNvPr>
          <p:cNvSpPr txBox="1"/>
          <p:nvPr/>
        </p:nvSpPr>
        <p:spPr>
          <a:xfrm>
            <a:off x="2653325" y="257577"/>
            <a:ext cx="258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 A send to Client B</a:t>
            </a:r>
            <a:endParaRPr kumimoji="1" lang="zh-CN" altLang="en-US" dirty="0"/>
          </a:p>
        </p:txBody>
      </p: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0C63DC8D-7FC3-064E-C886-B275CD2E7387}"/>
              </a:ext>
            </a:extLst>
          </p:cNvPr>
          <p:cNvCxnSpPr>
            <a:stCxn id="4" idx="3"/>
            <a:endCxn id="26" idx="0"/>
          </p:cNvCxnSpPr>
          <p:nvPr/>
        </p:nvCxnSpPr>
        <p:spPr>
          <a:xfrm>
            <a:off x="2418065" y="947685"/>
            <a:ext cx="2360276" cy="468597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17AD6A0-C2B5-4E8C-0D39-B05B102D7F20}"/>
              </a:ext>
            </a:extLst>
          </p:cNvPr>
          <p:cNvSpPr txBox="1"/>
          <p:nvPr/>
        </p:nvSpPr>
        <p:spPr>
          <a:xfrm>
            <a:off x="4309437" y="2613449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web_socket</a:t>
            </a:r>
            <a:endParaRPr kumimoji="1" lang="zh-CN" altLang="en-US" sz="1400" dirty="0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32642550-A2A3-F6DE-A74D-4229B4ACD0EE}"/>
              </a:ext>
            </a:extLst>
          </p:cNvPr>
          <p:cNvSpPr/>
          <p:nvPr/>
        </p:nvSpPr>
        <p:spPr>
          <a:xfrm>
            <a:off x="10555959" y="742733"/>
            <a:ext cx="1145627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clientB</a:t>
            </a:r>
            <a:endParaRPr kumimoji="1" lang="zh-CN" altLang="en-US" sz="1400" dirty="0"/>
          </a:p>
        </p:txBody>
      </p:sp>
      <p:cxnSp>
        <p:nvCxnSpPr>
          <p:cNvPr id="48" name="肘形连接符 47">
            <a:extLst>
              <a:ext uri="{FF2B5EF4-FFF2-40B4-BE49-F238E27FC236}">
                <a16:creationId xmlns:a16="http://schemas.microsoft.com/office/drawing/2014/main" id="{5435DEDB-D623-71BA-886C-DB0C7665DF13}"/>
              </a:ext>
            </a:extLst>
          </p:cNvPr>
          <p:cNvCxnSpPr>
            <a:cxnSpLocks/>
            <a:stCxn id="44" idx="2"/>
            <a:endCxn id="25" idx="2"/>
          </p:cNvCxnSpPr>
          <p:nvPr/>
        </p:nvCxnSpPr>
        <p:spPr>
          <a:xfrm rot="5400000">
            <a:off x="4445586" y="-639622"/>
            <a:ext cx="4890928" cy="8475447"/>
          </a:xfrm>
          <a:prstGeom prst="bentConnector3">
            <a:avLst>
              <a:gd name="adj1" fmla="val 10467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DF45617-B547-B14D-854B-08E0F046A8CF}"/>
              </a:ext>
            </a:extLst>
          </p:cNvPr>
          <p:cNvSpPr txBox="1"/>
          <p:nvPr/>
        </p:nvSpPr>
        <p:spPr>
          <a:xfrm>
            <a:off x="7385340" y="6248518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web_socket</a:t>
            </a:r>
            <a:endParaRPr kumimoji="1" lang="zh-CN" altLang="en-US" sz="1400" dirty="0"/>
          </a:p>
        </p:txBody>
      </p:sp>
      <p:sp>
        <p:nvSpPr>
          <p:cNvPr id="52" name="圆柱体 51">
            <a:extLst>
              <a:ext uri="{FF2B5EF4-FFF2-40B4-BE49-F238E27FC236}">
                <a16:creationId xmlns:a16="http://schemas.microsoft.com/office/drawing/2014/main" id="{6AFE1337-7690-04E4-BAF7-528539A3122A}"/>
              </a:ext>
            </a:extLst>
          </p:cNvPr>
          <p:cNvSpPr/>
          <p:nvPr/>
        </p:nvSpPr>
        <p:spPr>
          <a:xfrm rot="16200000">
            <a:off x="6952862" y="1465623"/>
            <a:ext cx="155749" cy="3429000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柱体 52">
            <a:extLst>
              <a:ext uri="{FF2B5EF4-FFF2-40B4-BE49-F238E27FC236}">
                <a16:creationId xmlns:a16="http://schemas.microsoft.com/office/drawing/2014/main" id="{2481D62F-41A2-E94E-3D02-D2E8AFA16375}"/>
              </a:ext>
            </a:extLst>
          </p:cNvPr>
          <p:cNvSpPr/>
          <p:nvPr/>
        </p:nvSpPr>
        <p:spPr>
          <a:xfrm rot="16200000">
            <a:off x="6952863" y="2427714"/>
            <a:ext cx="155748" cy="3429000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ACF970C-2965-58FD-200F-09EA035455D4}"/>
              </a:ext>
            </a:extLst>
          </p:cNvPr>
          <p:cNvSpPr txBox="1"/>
          <p:nvPr/>
        </p:nvSpPr>
        <p:spPr>
          <a:xfrm>
            <a:off x="6205749" y="3676493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msg queue for B</a:t>
            </a:r>
            <a:endParaRPr kumimoji="1" lang="zh-CN" altLang="en-US" sz="1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72603BC-937D-CF00-0543-CBE421678AE8}"/>
              </a:ext>
            </a:extLst>
          </p:cNvPr>
          <p:cNvSpPr txBox="1"/>
          <p:nvPr/>
        </p:nvSpPr>
        <p:spPr>
          <a:xfrm>
            <a:off x="6205749" y="2716264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msg queue for A</a:t>
            </a:r>
            <a:endParaRPr kumimoji="1" lang="zh-CN" altLang="en-US" sz="1400" dirty="0"/>
          </a:p>
        </p:txBody>
      </p:sp>
      <p:cxnSp>
        <p:nvCxnSpPr>
          <p:cNvPr id="59" name="肘形连接符 58">
            <a:extLst>
              <a:ext uri="{FF2B5EF4-FFF2-40B4-BE49-F238E27FC236}">
                <a16:creationId xmlns:a16="http://schemas.microsoft.com/office/drawing/2014/main" id="{968A4513-6D7C-F9F3-0F85-F43FBA54EE08}"/>
              </a:ext>
            </a:extLst>
          </p:cNvPr>
          <p:cNvCxnSpPr>
            <a:cxnSpLocks/>
            <a:stCxn id="53" idx="1"/>
            <a:endCxn id="25" idx="3"/>
          </p:cNvCxnSpPr>
          <p:nvPr/>
        </p:nvCxnSpPr>
        <p:spPr>
          <a:xfrm rot="10800000" flipV="1">
            <a:off x="3257153" y="4142213"/>
            <a:ext cx="2059085" cy="1696399"/>
          </a:xfrm>
          <a:prstGeom prst="bentConnector3">
            <a:avLst>
              <a:gd name="adj1" fmla="val 70015"/>
            </a:avLst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肘形连接符 62">
            <a:extLst>
              <a:ext uri="{FF2B5EF4-FFF2-40B4-BE49-F238E27FC236}">
                <a16:creationId xmlns:a16="http://schemas.microsoft.com/office/drawing/2014/main" id="{52D16E04-29E1-BB03-C031-65815C9A7ADB}"/>
              </a:ext>
            </a:extLst>
          </p:cNvPr>
          <p:cNvCxnSpPr>
            <a:cxnSpLocks/>
            <a:stCxn id="52" idx="1"/>
          </p:cNvCxnSpPr>
          <p:nvPr/>
        </p:nvCxnSpPr>
        <p:spPr>
          <a:xfrm rot="10800000" flipV="1">
            <a:off x="5013603" y="3180122"/>
            <a:ext cx="302635" cy="245353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53AAD22-A67F-5191-5232-0ABCE3A6BCF2}"/>
              </a:ext>
            </a:extLst>
          </p:cNvPr>
          <p:cNvSpPr txBox="1"/>
          <p:nvPr/>
        </p:nvSpPr>
        <p:spPr>
          <a:xfrm>
            <a:off x="3778972" y="3830009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accent2">
                    <a:lumMod val="75000"/>
                  </a:schemeClr>
                </a:solidFill>
              </a:rPr>
              <a:t>subscribe</a:t>
            </a:r>
            <a:endParaRPr kumimoji="1"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9E9CAAAC-7642-C9F5-4EB3-7E8788696834}"/>
              </a:ext>
            </a:extLst>
          </p:cNvPr>
          <p:cNvSpPr txBox="1"/>
          <p:nvPr/>
        </p:nvSpPr>
        <p:spPr>
          <a:xfrm>
            <a:off x="4982591" y="4729888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accent2">
                    <a:lumMod val="75000"/>
                  </a:schemeClr>
                </a:solidFill>
              </a:rPr>
              <a:t>subscribe</a:t>
            </a:r>
            <a:endParaRPr kumimoji="1" lang="zh-CN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8" name="肘形连接符 67">
            <a:extLst>
              <a:ext uri="{FF2B5EF4-FFF2-40B4-BE49-F238E27FC236}">
                <a16:creationId xmlns:a16="http://schemas.microsoft.com/office/drawing/2014/main" id="{29BBE031-FFDF-083C-93C8-065E2A81854E}"/>
              </a:ext>
            </a:extLst>
          </p:cNvPr>
          <p:cNvCxnSpPr>
            <a:cxnSpLocks/>
            <a:stCxn id="52" idx="3"/>
            <a:endCxn id="26" idx="3"/>
          </p:cNvCxnSpPr>
          <p:nvPr/>
        </p:nvCxnSpPr>
        <p:spPr>
          <a:xfrm flipH="1">
            <a:off x="5382167" y="3180123"/>
            <a:ext cx="3363070" cy="2658490"/>
          </a:xfrm>
          <a:prstGeom prst="bentConnector3">
            <a:avLst>
              <a:gd name="adj1" fmla="val -10214"/>
            </a:avLst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F70EAA2D-4279-6F65-2F7B-822B6E8AB4EB}"/>
              </a:ext>
            </a:extLst>
          </p:cNvPr>
          <p:cNvSpPr txBox="1"/>
          <p:nvPr/>
        </p:nvSpPr>
        <p:spPr>
          <a:xfrm>
            <a:off x="6589820" y="5570870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7030A0"/>
                </a:solidFill>
              </a:rPr>
              <a:t>send to</a:t>
            </a:r>
            <a:endParaRPr kumimoji="1" lang="zh-CN" altLang="en-US" sz="1400" dirty="0">
              <a:solidFill>
                <a:srgbClr val="7030A0"/>
              </a:solidFill>
            </a:endParaRPr>
          </a:p>
        </p:txBody>
      </p:sp>
      <p:cxnSp>
        <p:nvCxnSpPr>
          <p:cNvPr id="77" name="肘形连接符 76">
            <a:extLst>
              <a:ext uri="{FF2B5EF4-FFF2-40B4-BE49-F238E27FC236}">
                <a16:creationId xmlns:a16="http://schemas.microsoft.com/office/drawing/2014/main" id="{E2527515-AF89-BEE2-70DA-1D40FC839EF6}"/>
              </a:ext>
            </a:extLst>
          </p:cNvPr>
          <p:cNvCxnSpPr>
            <a:cxnSpLocks/>
            <a:stCxn id="44" idx="1"/>
            <a:endCxn id="5" idx="3"/>
          </p:cNvCxnSpPr>
          <p:nvPr/>
        </p:nvCxnSpPr>
        <p:spPr>
          <a:xfrm rot="10800000" flipV="1">
            <a:off x="2418065" y="947684"/>
            <a:ext cx="8137894" cy="739691"/>
          </a:xfrm>
          <a:prstGeom prst="bentConnector3">
            <a:avLst>
              <a:gd name="adj1" fmla="val 68674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圆柱体 80">
            <a:extLst>
              <a:ext uri="{FF2B5EF4-FFF2-40B4-BE49-F238E27FC236}">
                <a16:creationId xmlns:a16="http://schemas.microsoft.com/office/drawing/2014/main" id="{BDDFF0EF-1167-82FA-EA14-CDA29087730C}"/>
              </a:ext>
            </a:extLst>
          </p:cNvPr>
          <p:cNvSpPr/>
          <p:nvPr/>
        </p:nvSpPr>
        <p:spPr>
          <a:xfrm>
            <a:off x="9517933" y="4859790"/>
            <a:ext cx="1507826" cy="1050527"/>
          </a:xfrm>
          <a:prstGeom prst="ca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distributed DB</a:t>
            </a:r>
            <a:endParaRPr kumimoji="1"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D06FAE3-5D2A-B75A-0D76-A861898374F8}"/>
              </a:ext>
            </a:extLst>
          </p:cNvPr>
          <p:cNvSpPr/>
          <p:nvPr/>
        </p:nvSpPr>
        <p:spPr>
          <a:xfrm>
            <a:off x="9517933" y="4061504"/>
            <a:ext cx="1507826" cy="4049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8D2248F5-C234-43B0-B1A8-3EE87F4AF4E0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9131121" y="5385054"/>
            <a:ext cx="386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D430ADE6-2F94-BC3B-3A3C-61A0D60B4FF6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9131121" y="4263983"/>
            <a:ext cx="3868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05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00D76A40-E7BD-B49C-F258-AB87D8CBA391}"/>
              </a:ext>
            </a:extLst>
          </p:cNvPr>
          <p:cNvSpPr/>
          <p:nvPr/>
        </p:nvSpPr>
        <p:spPr>
          <a:xfrm>
            <a:off x="1691365" y="3429000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server</a:t>
            </a:r>
            <a:endParaRPr kumimoji="1" lang="zh-CN" altLang="en-US" sz="1400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4AE7794-DD43-964B-19A8-842018687CA7}"/>
              </a:ext>
            </a:extLst>
          </p:cNvPr>
          <p:cNvSpPr/>
          <p:nvPr/>
        </p:nvSpPr>
        <p:spPr>
          <a:xfrm>
            <a:off x="5850294" y="4281882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aggregator</a:t>
            </a:r>
            <a:endParaRPr kumimoji="1" lang="zh-CN" altLang="en-US" sz="1400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57AC92E-17B5-82B8-2C2E-AA4BF0B19E19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848229" y="4486836"/>
            <a:ext cx="3880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剪去单角的矩形 7">
            <a:extLst>
              <a:ext uri="{FF2B5EF4-FFF2-40B4-BE49-F238E27FC236}">
                <a16:creationId xmlns:a16="http://schemas.microsoft.com/office/drawing/2014/main" id="{7CFAF5A3-3CC9-BA37-9A64-76FEB8D69367}"/>
              </a:ext>
            </a:extLst>
          </p:cNvPr>
          <p:cNvSpPr/>
          <p:nvPr/>
        </p:nvSpPr>
        <p:spPr>
          <a:xfrm>
            <a:off x="1742152" y="4087906"/>
            <a:ext cx="1106077" cy="797859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append-only file</a:t>
            </a:r>
            <a:endParaRPr kumimoji="1" lang="zh-CN" altLang="en-US" sz="1200" dirty="0"/>
          </a:p>
        </p:txBody>
      </p:sp>
      <p:sp>
        <p:nvSpPr>
          <p:cNvPr id="11" name="圆柱体 10">
            <a:extLst>
              <a:ext uri="{FF2B5EF4-FFF2-40B4-BE49-F238E27FC236}">
                <a16:creationId xmlns:a16="http://schemas.microsoft.com/office/drawing/2014/main" id="{9DD85012-A9AA-515A-21E7-4270CA509437}"/>
              </a:ext>
            </a:extLst>
          </p:cNvPr>
          <p:cNvSpPr/>
          <p:nvPr/>
        </p:nvSpPr>
        <p:spPr>
          <a:xfrm rot="16200000">
            <a:off x="4314265" y="3377452"/>
            <a:ext cx="62753" cy="2218765"/>
          </a:xfrm>
          <a:prstGeom prst="ca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E9100B-C53B-55DD-A55D-4D9EB7D38749}"/>
              </a:ext>
            </a:extLst>
          </p:cNvPr>
          <p:cNvSpPr txBox="1"/>
          <p:nvPr/>
        </p:nvSpPr>
        <p:spPr>
          <a:xfrm>
            <a:off x="3631529" y="4518211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message queue</a:t>
            </a:r>
            <a:endParaRPr kumimoji="1" lang="zh-CN" altLang="en-US" sz="1200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1A6F22F-8C40-B545-0E86-96A870BE52D6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5455024" y="4486834"/>
            <a:ext cx="3952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圆柱体 17">
            <a:extLst>
              <a:ext uri="{FF2B5EF4-FFF2-40B4-BE49-F238E27FC236}">
                <a16:creationId xmlns:a16="http://schemas.microsoft.com/office/drawing/2014/main" id="{30E62B87-F389-778E-9795-4C12AF679ADC}"/>
              </a:ext>
            </a:extLst>
          </p:cNvPr>
          <p:cNvSpPr/>
          <p:nvPr/>
        </p:nvSpPr>
        <p:spPr>
          <a:xfrm>
            <a:off x="7852197" y="3961570"/>
            <a:ext cx="1507826" cy="1050527"/>
          </a:xfrm>
          <a:prstGeom prst="ca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distributed</a:t>
            </a:r>
          </a:p>
          <a:p>
            <a:pPr algn="ctr"/>
            <a:r>
              <a:rPr kumimoji="1" lang="en-US" altLang="zh-CN" sz="1400" dirty="0"/>
              <a:t>KV DB</a:t>
            </a:r>
            <a:endParaRPr kumimoji="1" lang="zh-CN" altLang="en-US" sz="1400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B9637F4-6F7C-D21F-C20B-C7BABDA8B7BB}"/>
              </a:ext>
            </a:extLst>
          </p:cNvPr>
          <p:cNvCxnSpPr>
            <a:cxnSpLocks/>
            <a:stCxn id="5" idx="3"/>
            <a:endCxn id="18" idx="2"/>
          </p:cNvCxnSpPr>
          <p:nvPr/>
        </p:nvCxnSpPr>
        <p:spPr>
          <a:xfrm>
            <a:off x="7057947" y="4486834"/>
            <a:ext cx="7942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0AE71E6D-6544-CCBF-9BA8-8B4F1198B26C}"/>
              </a:ext>
            </a:extLst>
          </p:cNvPr>
          <p:cNvSpPr/>
          <p:nvPr/>
        </p:nvSpPr>
        <p:spPr>
          <a:xfrm>
            <a:off x="5850293" y="2359729"/>
            <a:ext cx="1207653" cy="4099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/>
              <a:t>redis</a:t>
            </a:r>
            <a:endParaRPr kumimoji="1" lang="zh-CN" altLang="en-US" sz="1400" dirty="0"/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EE35563C-6F52-F032-2E36-92CD281CF96E}"/>
              </a:ext>
            </a:extLst>
          </p:cNvPr>
          <p:cNvCxnSpPr>
            <a:stCxn id="18" idx="1"/>
            <a:endCxn id="23" idx="3"/>
          </p:cNvCxnSpPr>
          <p:nvPr/>
        </p:nvCxnSpPr>
        <p:spPr>
          <a:xfrm rot="16200000" flipV="1">
            <a:off x="7133584" y="2489044"/>
            <a:ext cx="1396889" cy="15481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AB67FDC-7D5D-162C-9125-778D90AE981A}"/>
              </a:ext>
            </a:extLst>
          </p:cNvPr>
          <p:cNvSpPr/>
          <p:nvPr/>
        </p:nvSpPr>
        <p:spPr>
          <a:xfrm>
            <a:off x="1691364" y="2088777"/>
            <a:ext cx="1207652" cy="1016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/>
              <a:t>in-memory</a:t>
            </a:r>
          </a:p>
          <a:p>
            <a:pPr algn="ctr"/>
            <a:r>
              <a:rPr kumimoji="1" lang="en-US" altLang="zh-CN" sz="1100" dirty="0" err="1"/>
              <a:t>trie</a:t>
            </a:r>
            <a:endParaRPr kumimoji="1" lang="zh-CN" altLang="en-US" dirty="0"/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2B4F0FCC-E3EC-E84C-4D39-B2AD1625303D}"/>
              </a:ext>
            </a:extLst>
          </p:cNvPr>
          <p:cNvCxnSpPr>
            <a:stCxn id="27" idx="2"/>
            <a:endCxn id="4" idx="0"/>
          </p:cNvCxnSpPr>
          <p:nvPr/>
        </p:nvCxnSpPr>
        <p:spPr>
          <a:xfrm>
            <a:off x="2295190" y="3105034"/>
            <a:ext cx="2" cy="323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47C79A0D-7A01-3448-7D34-18F2730A59F6}"/>
              </a:ext>
            </a:extLst>
          </p:cNvPr>
          <p:cNvCxnSpPr>
            <a:cxnSpLocks/>
            <a:stCxn id="4" idx="2"/>
            <a:endCxn id="8" idx="3"/>
          </p:cNvCxnSpPr>
          <p:nvPr/>
        </p:nvCxnSpPr>
        <p:spPr>
          <a:xfrm flipH="1">
            <a:off x="2295191" y="3838904"/>
            <a:ext cx="1" cy="2490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932FE92-E7A4-BC6F-96F2-8C0790468213}"/>
              </a:ext>
            </a:extLst>
          </p:cNvPr>
          <p:cNvSpPr/>
          <p:nvPr/>
        </p:nvSpPr>
        <p:spPr>
          <a:xfrm>
            <a:off x="5850292" y="3144349"/>
            <a:ext cx="1207653" cy="7706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cache monitor server</a:t>
            </a:r>
            <a:endParaRPr kumimoji="1" lang="zh-CN" altLang="en-US" sz="1200" dirty="0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A2D6583-C201-0165-3AB5-F1D74BE56C73}"/>
              </a:ext>
            </a:extLst>
          </p:cNvPr>
          <p:cNvCxnSpPr>
            <a:cxnSpLocks/>
            <a:stCxn id="5" idx="0"/>
            <a:endCxn id="36" idx="2"/>
          </p:cNvCxnSpPr>
          <p:nvPr/>
        </p:nvCxnSpPr>
        <p:spPr>
          <a:xfrm flipH="1" flipV="1">
            <a:off x="6454119" y="3915022"/>
            <a:ext cx="2" cy="366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7C7CBDF7-DB1E-52D4-0096-44F93744B6C4}"/>
              </a:ext>
            </a:extLst>
          </p:cNvPr>
          <p:cNvCxnSpPr>
            <a:cxnSpLocks/>
            <a:stCxn id="36" idx="0"/>
            <a:endCxn id="23" idx="2"/>
          </p:cNvCxnSpPr>
          <p:nvPr/>
        </p:nvCxnSpPr>
        <p:spPr>
          <a:xfrm flipV="1">
            <a:off x="6454119" y="2769633"/>
            <a:ext cx="1" cy="374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6F03C6E-3DCC-4B3D-59C3-91D34CAC902C}"/>
              </a:ext>
            </a:extLst>
          </p:cNvPr>
          <p:cNvSpPr txBox="1"/>
          <p:nvPr/>
        </p:nvSpPr>
        <p:spPr>
          <a:xfrm>
            <a:off x="6402472" y="3973723"/>
            <a:ext cx="5004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/>
              <a:t>listen</a:t>
            </a:r>
            <a:endParaRPr kumimoji="1" lang="zh-CN" altLang="en-US" sz="1100" dirty="0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3BCC9B9F-23E0-D301-586F-D6EC78472113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2752165" y="2564681"/>
            <a:ext cx="3098127" cy="9650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163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6019</TotalTime>
  <Words>208</Words>
  <Application>Microsoft Macintosh PowerPoint</Application>
  <PresentationFormat>宽屏</PresentationFormat>
  <Paragraphs>104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w093882</dc:creator>
  <cp:lastModifiedBy>w093882</cp:lastModifiedBy>
  <cp:revision>1</cp:revision>
  <dcterms:created xsi:type="dcterms:W3CDTF">2025-10-23T01:22:41Z</dcterms:created>
  <dcterms:modified xsi:type="dcterms:W3CDTF">2025-10-27T05:41:50Z</dcterms:modified>
</cp:coreProperties>
</file>